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tiff" ContentType="image/tif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4"/>
  </p:notesMasterIdLst>
  <p:sldIdLst>
    <p:sldId id="256" r:id="rId2"/>
    <p:sldId id="273" r:id="rId3"/>
    <p:sldId id="258" r:id="rId4"/>
    <p:sldId id="274" r:id="rId5"/>
    <p:sldId id="276" r:id="rId6"/>
    <p:sldId id="275" r:id="rId7"/>
    <p:sldId id="277" r:id="rId8"/>
    <p:sldId id="278" r:id="rId9"/>
    <p:sldId id="279" r:id="rId10"/>
    <p:sldId id="280" r:id="rId11"/>
    <p:sldId id="281" r:id="rId12"/>
    <p:sldId id="282" r:id="rId13"/>
  </p:sldIdLst>
  <p:sldSz cx="18288000" cy="102870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1pPr>
    <a:lvl2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2pPr>
    <a:lvl3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3pPr>
    <a:lvl4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4pPr>
    <a:lvl5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5pPr>
    <a:lvl6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6pPr>
    <a:lvl7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7pPr>
    <a:lvl8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8pPr>
    <a:lvl9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5C8E9C"/>
    <a:srgbClr val="CAA239"/>
    <a:srgbClr val="ADC8C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940675A-B579-460E-94D1-54222C63F5DA}">
  <a:tblStyle styleId="{4C3C2611-4C71-4FC5-86AE-919BDF0F9419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FD7E7"/>
          </a:solidFill>
        </a:fill>
      </a:tcStyle>
    </a:wholeTbl>
    <a:band2H>
      <a:tcTxStyle/>
      <a:tcStyle>
        <a:tcBdr/>
        <a:fill>
          <a:solidFill>
            <a:srgbClr val="E8ECF4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Row>
  </a:tblStyle>
  <a:tblStyle styleId="{C7B018BB-80A7-4F77-B60F-C8B233D01FF8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DEE7D0"/>
          </a:solidFill>
        </a:fill>
      </a:tcStyle>
    </a:wholeTbl>
    <a:band2H>
      <a:tcTxStyle/>
      <a:tcStyle>
        <a:tcBdr/>
        <a:fill>
          <a:solidFill>
            <a:srgbClr val="EFF3E9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Row>
  </a:tblStyle>
  <a:tblStyle styleId="{EEE7283C-3CF3-47DC-8721-378D4A62B228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FCDCCE"/>
          </a:solidFill>
        </a:fill>
      </a:tcStyle>
    </a:wholeTbl>
    <a:band2H>
      <a:tcTxStyle/>
      <a:tcStyle>
        <a:tcBdr/>
        <a:fill>
          <a:solidFill>
            <a:srgbClr val="FDEEE8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Row>
  </a:tblStyle>
  <a:tblStyle styleId="{CF821DB8-F4EB-4A41-A1BA-3FCAFE7338EE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E6E6E6"/>
          </a:solidFill>
        </a:fill>
      </a:tcStyle>
    </a:wholeTbl>
    <a:band2H>
      <a:tcTxStyle/>
      <a:tcStyle>
        <a:tcBdr/>
        <a:fill>
          <a:solidFill>
            <a:srgbClr val="FFFFFF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aj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Row>
  </a:tblStyle>
  <a:tblStyle styleId="{33BA23B1-9221-436E-865A-0063620EA4FD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ACACA"/>
          </a:solidFill>
        </a:fill>
      </a:tcStyle>
    </a:wholeTbl>
    <a:band2H>
      <a:tcTxStyle/>
      <a:tcStyle>
        <a:tcBdr/>
        <a:fill>
          <a:solidFill>
            <a:srgbClr val="E6E6E6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Row>
  </a:tblStyle>
  <a:tblStyle styleId="{2708684C-4D16-4618-839F-0558EEFCDFE6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wholeTbl>
    <a:band2H>
      <a:tcTxStyle/>
      <a:tcStyle>
        <a:tcBdr/>
        <a:fill>
          <a:solidFill>
            <a:srgbClr val="FFFFFF"/>
          </a:solidFill>
        </a:fill>
      </a:tcStyle>
    </a:band2H>
    <a:firstCol>
      <a:tcTxStyle b="on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firstCol>
    <a:lastRow>
      <a:tcTxStyle b="on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lastRow>
    <a:firstRow>
      <a:tcTxStyle b="on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346"/>
    <p:restoredTop sz="94658"/>
  </p:normalViewPr>
  <p:slideViewPr>
    <p:cSldViewPr snapToGrid="0">
      <p:cViewPr varScale="1">
        <p:scale>
          <a:sx n="77" d="100"/>
          <a:sy n="77" d="100"/>
        </p:scale>
        <p:origin x="200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-4002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Shape 118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119" name="Shape 119"/>
          <p:cNvSpPr>
            <a:spLocks noGrp="1"/>
          </p:cNvSpPr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latinLnBrk="0">
      <a:defRPr sz="1200">
        <a:latin typeface="+mj-lt"/>
        <a:ea typeface="+mj-ea"/>
        <a:cs typeface="+mj-cs"/>
        <a:sym typeface="Calibri"/>
      </a:defRPr>
    </a:lvl1pPr>
    <a:lvl2pPr indent="228600" latinLnBrk="0">
      <a:defRPr sz="1200">
        <a:latin typeface="+mj-lt"/>
        <a:ea typeface="+mj-ea"/>
        <a:cs typeface="+mj-cs"/>
        <a:sym typeface="Calibri"/>
      </a:defRPr>
    </a:lvl2pPr>
    <a:lvl3pPr indent="457200" latinLnBrk="0">
      <a:defRPr sz="1200">
        <a:latin typeface="+mj-lt"/>
        <a:ea typeface="+mj-ea"/>
        <a:cs typeface="+mj-cs"/>
        <a:sym typeface="Calibri"/>
      </a:defRPr>
    </a:lvl3pPr>
    <a:lvl4pPr indent="685800" latinLnBrk="0">
      <a:defRPr sz="1200">
        <a:latin typeface="+mj-lt"/>
        <a:ea typeface="+mj-ea"/>
        <a:cs typeface="+mj-cs"/>
        <a:sym typeface="Calibri"/>
      </a:defRPr>
    </a:lvl4pPr>
    <a:lvl5pPr indent="914400" latinLnBrk="0">
      <a:defRPr sz="1200">
        <a:latin typeface="+mj-lt"/>
        <a:ea typeface="+mj-ea"/>
        <a:cs typeface="+mj-cs"/>
        <a:sym typeface="Calibri"/>
      </a:defRPr>
    </a:lvl5pPr>
    <a:lvl6pPr indent="1143000" latinLnBrk="0">
      <a:defRPr sz="1200">
        <a:latin typeface="+mj-lt"/>
        <a:ea typeface="+mj-ea"/>
        <a:cs typeface="+mj-cs"/>
        <a:sym typeface="Calibri"/>
      </a:defRPr>
    </a:lvl6pPr>
    <a:lvl7pPr indent="1371600" latinLnBrk="0">
      <a:defRPr sz="1200">
        <a:latin typeface="+mj-lt"/>
        <a:ea typeface="+mj-ea"/>
        <a:cs typeface="+mj-cs"/>
        <a:sym typeface="Calibri"/>
      </a:defRPr>
    </a:lvl7pPr>
    <a:lvl8pPr indent="1600200" latinLnBrk="0">
      <a:defRPr sz="1200">
        <a:latin typeface="+mj-lt"/>
        <a:ea typeface="+mj-ea"/>
        <a:cs typeface="+mj-cs"/>
        <a:sym typeface="Calibri"/>
      </a:defRPr>
    </a:lvl8pPr>
    <a:lvl9pPr indent="1828800" latinLnBrk="0">
      <a:defRPr sz="1200">
        <a:latin typeface="+mj-lt"/>
        <a:ea typeface="+mj-ea"/>
        <a:cs typeface="+mj-cs"/>
        <a:sym typeface="Calibri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tiff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7.pn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tiff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禮拜前禱告預備">
    <p:bg>
      <p:bgPr>
        <a:blipFill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Box 4"/>
          <p:cNvSpPr txBox="1"/>
          <p:nvPr/>
        </p:nvSpPr>
        <p:spPr>
          <a:xfrm>
            <a:off x="666750" y="1670524"/>
            <a:ext cx="16954500" cy="4875181"/>
          </a:xfrm>
          <a:prstGeom prst="rect">
            <a:avLst/>
          </a:prstGeom>
          <a:ln w="12700">
            <a:miter lim="400000"/>
          </a:ln>
          <a:effectLst>
            <a:outerShdw blurRad="50800" dist="63500" dir="2700000" rotWithShape="0">
              <a:srgbClr val="FFFFFF">
                <a:alpha val="50000"/>
              </a:srgbClr>
            </a:outerShdw>
          </a:effectLst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algn="ctr">
              <a:lnSpc>
                <a:spcPct val="120000"/>
              </a:lnSpc>
              <a:defRPr sz="6600">
                <a:solidFill>
                  <a:srgbClr val="BC8B47"/>
                </a:solidFill>
                <a:latin typeface="DFPYanKaiW5-B5"/>
                <a:ea typeface="DFPYanKaiW5-B5"/>
                <a:cs typeface="DFPYanKaiW5-B5"/>
                <a:sym typeface="DFPYanKaiW5-B5"/>
              </a:defRPr>
            </a:pPr>
            <a:r>
              <a:rPr b="1" dirty="0">
                <a:effectLst/>
              </a:rPr>
              <a:t>禮拜開始前30分鐘</a:t>
            </a:r>
          </a:p>
          <a:p>
            <a:pPr algn="ctr">
              <a:lnSpc>
                <a:spcPct val="120000"/>
              </a:lnSpc>
              <a:defRPr sz="6600">
                <a:solidFill>
                  <a:srgbClr val="BC8B47"/>
                </a:solidFill>
                <a:latin typeface="DFPYanKaiW5-B5"/>
                <a:ea typeface="DFPYanKaiW5-B5"/>
                <a:cs typeface="DFPYanKaiW5-B5"/>
                <a:sym typeface="DFPYanKaiW5-B5"/>
              </a:defRPr>
            </a:pPr>
            <a:r>
              <a:rPr b="1" dirty="0" err="1">
                <a:effectLst/>
              </a:rPr>
              <a:t>要為了能好好地獻上禮拜並融入話語禱告</a:t>
            </a:r>
            <a:r>
              <a:rPr b="1" dirty="0">
                <a:effectLst/>
              </a:rPr>
              <a:t>！</a:t>
            </a:r>
          </a:p>
          <a:p>
            <a:pPr algn="ctr">
              <a:lnSpc>
                <a:spcPct val="120000"/>
              </a:lnSpc>
              <a:defRPr sz="6600">
                <a:solidFill>
                  <a:srgbClr val="BC8B47"/>
                </a:solidFill>
                <a:latin typeface="DFPYanKaiW5-B5"/>
                <a:ea typeface="DFPYanKaiW5-B5"/>
                <a:cs typeface="DFPYanKaiW5-B5"/>
                <a:sym typeface="DFPYanKaiW5-B5"/>
              </a:defRPr>
            </a:pPr>
            <a:r>
              <a:rPr b="1" dirty="0" err="1">
                <a:effectLst/>
              </a:rPr>
              <a:t>為了能好好地聆聽話語</a:t>
            </a:r>
            <a:r>
              <a:rPr b="1" dirty="0">
                <a:effectLst/>
              </a:rPr>
              <a:t>、</a:t>
            </a:r>
            <a:endParaRPr lang="en-US" b="1" dirty="0">
              <a:effectLst/>
            </a:endParaRPr>
          </a:p>
          <a:p>
            <a:pPr algn="ctr">
              <a:lnSpc>
                <a:spcPct val="120000"/>
              </a:lnSpc>
              <a:defRPr sz="6600">
                <a:solidFill>
                  <a:srgbClr val="BC8B47"/>
                </a:solidFill>
                <a:latin typeface="DFPYanKaiW5-B5"/>
                <a:ea typeface="DFPYanKaiW5-B5"/>
                <a:cs typeface="DFPYanKaiW5-B5"/>
                <a:sym typeface="DFPYanKaiW5-B5"/>
              </a:defRPr>
            </a:pPr>
            <a:r>
              <a:rPr b="1" dirty="0" err="1">
                <a:effectLst/>
              </a:rPr>
              <a:t>不要打瞌睡等各方面懇切的禱告</a:t>
            </a:r>
            <a:r>
              <a:rPr b="1" dirty="0">
                <a:effectLst/>
              </a:rPr>
              <a:t>！</a:t>
            </a:r>
          </a:p>
        </p:txBody>
      </p:sp>
      <p:sp>
        <p:nvSpPr>
          <p:cNvPr id="14" name="TextBox 9"/>
          <p:cNvSpPr txBox="1"/>
          <p:nvPr/>
        </p:nvSpPr>
        <p:spPr>
          <a:xfrm>
            <a:off x="5243128" y="8449682"/>
            <a:ext cx="7801744" cy="73866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 anchor="b">
            <a:spAutoFit/>
          </a:bodyPr>
          <a:lstStyle>
            <a:lvl1pPr algn="ctr">
              <a:lnSpc>
                <a:spcPts val="3600"/>
              </a:lnSpc>
              <a:defRPr sz="4800">
                <a:solidFill>
                  <a:srgbClr val="5E9184"/>
                </a:solidFill>
                <a:latin typeface="DFXingKaiW5-B5"/>
                <a:ea typeface="DFXingKaiW5-B5"/>
                <a:cs typeface="DFXingKaiW5-B5"/>
                <a:sym typeface="DFXingKaiW5-B5"/>
              </a:defRPr>
            </a:lvl1pPr>
          </a:lstStyle>
          <a:p>
            <a:pPr>
              <a:lnSpc>
                <a:spcPct val="100000"/>
              </a:lnSpc>
            </a:pPr>
            <a:r>
              <a:rPr dirty="0"/>
              <a:t>10:00 </a:t>
            </a:r>
            <a:r>
              <a:rPr dirty="0" err="1"/>
              <a:t>主日禮拜開始</a:t>
            </a:r>
            <a:endParaRPr dirty="0"/>
          </a:p>
        </p:txBody>
      </p:sp>
      <p:sp>
        <p:nvSpPr>
          <p:cNvPr id="15" name="- 2018年6月主日禮拜摘錄 -"/>
          <p:cNvSpPr txBox="1"/>
          <p:nvPr/>
        </p:nvSpPr>
        <p:spPr>
          <a:xfrm>
            <a:off x="5159141" y="7001787"/>
            <a:ext cx="7632701" cy="609601"/>
          </a:xfrm>
          <a:prstGeom prst="rect">
            <a:avLst/>
          </a:prstGeom>
          <a:ln w="12700">
            <a:miter lim="400000"/>
          </a:ln>
          <a:effectLst>
            <a:outerShdw blurRad="50800" dist="63500" dir="2700000" rotWithShape="0">
              <a:schemeClr val="accent5">
                <a:satOff val="-6843"/>
                <a:lumOff val="-10705"/>
                <a:alpha val="50000"/>
              </a:schemeClr>
            </a:outerShdw>
          </a:effectLst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4800">
                <a:solidFill>
                  <a:srgbClr val="FFFFFF"/>
                </a:solidFill>
                <a:latin typeface="DFYanKaiW7-B5"/>
                <a:ea typeface="DFYanKaiW7-B5"/>
                <a:cs typeface="DFYanKaiW7-B5"/>
                <a:sym typeface="DFYanKaiW7-B5"/>
              </a:defRPr>
            </a:lvl1pPr>
          </a:lstStyle>
          <a:p>
            <a:r>
              <a:rPr dirty="0"/>
              <a:t>- 2018年6月主日禮拜摘錄 -</a:t>
            </a:r>
          </a:p>
        </p:txBody>
      </p:sp>
      <p:pic>
        <p:nvPicPr>
          <p:cNvPr id="16" name="影像" descr="影像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9887" y="363347"/>
            <a:ext cx="4177556" cy="1170381"/>
          </a:xfrm>
          <a:prstGeom prst="rect">
            <a:avLst/>
          </a:prstGeom>
          <a:ln w="12700">
            <a:miter lim="400000"/>
          </a:ln>
          <a:effectLst>
            <a:outerShdw blurRad="50800" dist="63500" dir="2700000" rotWithShape="0">
              <a:srgbClr val="FFFFFF">
                <a:alpha val="50000"/>
              </a:srgbClr>
            </a:outerShdw>
          </a:effectLst>
        </p:spPr>
      </p:pic>
    </p:spTree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3240" userDrawn="1">
          <p15:clr>
            <a:srgbClr val="FBAE40"/>
          </p15:clr>
        </p15:guide>
        <p15:guide id="2" pos="576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主日禮拜＋日期">
    <p:bg>
      <p:bgPr>
        <a:blipFill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TextBox 4"/>
          <p:cNvSpPr txBox="1"/>
          <p:nvPr/>
        </p:nvSpPr>
        <p:spPr>
          <a:xfrm>
            <a:off x="666750" y="2971800"/>
            <a:ext cx="16954500" cy="2540000"/>
          </a:xfrm>
          <a:prstGeom prst="rect">
            <a:avLst/>
          </a:prstGeom>
          <a:ln w="12700">
            <a:miter lim="400000"/>
          </a:ln>
          <a:effectLst>
            <a:outerShdw blurRad="63500" dist="25400" dir="5400000" rotWithShape="0">
              <a:srgbClr val="000000">
                <a:alpha val="50000"/>
              </a:srgbClr>
            </a:outerShdw>
          </a:effectLst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sz="20000">
                <a:blipFill rotWithShape="1">
                  <a:blip r:embed="rId3"/>
                  <a:srcRect/>
                  <a:tile tx="0" ty="0" sx="100000" sy="100000" flip="none" algn="tl"/>
                </a:blipFill>
                <a:latin typeface="DFYanKaiW7-B5"/>
                <a:ea typeface="DFYanKaiW7-B5"/>
                <a:cs typeface="DFYanKaiW7-B5"/>
                <a:sym typeface="DFYanKaiW7-B5"/>
              </a:defRPr>
            </a:lvl1pPr>
          </a:lstStyle>
          <a:p>
            <a:r>
              <a:rPr dirty="0" err="1"/>
              <a:t>主日禮拜</a:t>
            </a:r>
            <a:endParaRPr dirty="0"/>
          </a:p>
        </p:txBody>
      </p:sp>
      <p:sp>
        <p:nvSpPr>
          <p:cNvPr id="25" name="TextBox 4"/>
          <p:cNvSpPr txBox="1"/>
          <p:nvPr/>
        </p:nvSpPr>
        <p:spPr>
          <a:xfrm>
            <a:off x="704850" y="1893734"/>
            <a:ext cx="16954500" cy="838201"/>
          </a:xfrm>
          <a:prstGeom prst="rect">
            <a:avLst/>
          </a:prstGeom>
          <a:ln w="12700">
            <a:miter lim="400000"/>
          </a:ln>
          <a:effectLst>
            <a:outerShdw blurRad="190500" dist="12700" dir="5400000" rotWithShape="0">
              <a:srgbClr val="AE9D00"/>
            </a:outerShdw>
          </a:effectLst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sz="6600">
                <a:solidFill>
                  <a:srgbClr val="FFFFFF"/>
                </a:solidFill>
                <a:latin typeface="DFXingKaiW5-B5"/>
                <a:ea typeface="DFXingKaiW5-B5"/>
                <a:cs typeface="DFXingKaiW5-B5"/>
                <a:sym typeface="DFXingKaiW5-B5"/>
              </a:defRPr>
            </a:lvl1pPr>
          </a:lstStyle>
          <a:p>
            <a:r>
              <a:t>奔跑之年</a:t>
            </a:r>
          </a:p>
        </p:txBody>
      </p:sp>
      <p:sp>
        <p:nvSpPr>
          <p:cNvPr id="26" name="TextBox 4"/>
          <p:cNvSpPr txBox="1"/>
          <p:nvPr/>
        </p:nvSpPr>
        <p:spPr>
          <a:xfrm>
            <a:off x="666750" y="6183512"/>
            <a:ext cx="16954500" cy="1193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sz="7500">
                <a:solidFill>
                  <a:srgbClr val="B7BA7E"/>
                </a:solidFill>
                <a:latin typeface="Snell Roundhand"/>
                <a:ea typeface="Snell Roundhand"/>
                <a:cs typeface="Snell Roundhand"/>
                <a:sym typeface="Snell Roundhand"/>
              </a:defRPr>
            </a:lvl1pPr>
          </a:lstStyle>
          <a:p>
            <a:r>
              <a:rPr b="1" dirty="0"/>
              <a:t>Sunday Service</a:t>
            </a:r>
          </a:p>
        </p:txBody>
      </p:sp>
      <p:sp>
        <p:nvSpPr>
          <p:cNvPr id="27" name="2026年XX月XX日"/>
          <p:cNvSpPr txBox="1">
            <a:spLocks noGrp="1"/>
          </p:cNvSpPr>
          <p:nvPr>
            <p:ph type="title" hasCustomPrompt="1"/>
          </p:nvPr>
        </p:nvSpPr>
        <p:spPr>
          <a:xfrm>
            <a:off x="5029200" y="8165551"/>
            <a:ext cx="8229601" cy="1143002"/>
          </a:xfrm>
          <a:prstGeom prst="rect">
            <a:avLst/>
          </a:prstGeom>
        </p:spPr>
        <p:txBody>
          <a:bodyPr anchor="b"/>
          <a:lstStyle>
            <a:lvl1pPr algn="ctr">
              <a:lnSpc>
                <a:spcPts val="3600"/>
              </a:lnSpc>
              <a:defRPr sz="6000">
                <a:solidFill>
                  <a:srgbClr val="5C8E9C"/>
                </a:solidFill>
                <a:latin typeface="DFXingKaiW5-B5"/>
                <a:ea typeface="DFXingKaiW5-B5"/>
                <a:cs typeface="DFXingKaiW5-B5"/>
                <a:sym typeface="DFXingKaiW5-B5"/>
              </a:defRPr>
            </a:lvl1pPr>
          </a:lstStyle>
          <a:p>
            <a:r>
              <a:t>2026年XX月XX日</a:t>
            </a:r>
          </a:p>
        </p:txBody>
      </p:sp>
      <p:pic>
        <p:nvPicPr>
          <p:cNvPr id="28" name="影像" descr="影像"/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2936779" y="5867158"/>
            <a:ext cx="4724759" cy="3698960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spd="med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箴言交讀_首頁">
    <p:bg>
      <p:bgPr>
        <a:blipFill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TextBox 7"/>
          <p:cNvSpPr txBox="1"/>
          <p:nvPr/>
        </p:nvSpPr>
        <p:spPr>
          <a:xfrm>
            <a:off x="4288340" y="3009900"/>
            <a:ext cx="9711320" cy="215443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sz="14000">
                <a:solidFill>
                  <a:srgbClr val="D48E5D"/>
                </a:solidFill>
                <a:latin typeface="DFXingKaiW5-B5"/>
                <a:ea typeface="DFXingKaiW5-B5"/>
                <a:cs typeface="DFXingKaiW5-B5"/>
                <a:sym typeface="DFXingKaiW5-B5"/>
              </a:defRPr>
            </a:lvl1pPr>
          </a:lstStyle>
          <a:p>
            <a:r>
              <a:rPr dirty="0" err="1">
                <a:effectLst>
                  <a:outerShdw blurRad="50800" dist="50800" dir="5400000" algn="ctr" rotWithShape="0">
                    <a:schemeClr val="bg1"/>
                  </a:outerShdw>
                </a:effectLst>
              </a:rPr>
              <a:t>箴言交讀文</a:t>
            </a:r>
            <a:endParaRPr dirty="0">
              <a:effectLst>
                <a:outerShdw blurRad="50800" dist="50800" dir="5400000" algn="ctr" rotWithShape="0">
                  <a:schemeClr val="bg1"/>
                </a:outerShdw>
              </a:effectLst>
            </a:endParaRPr>
          </a:p>
        </p:txBody>
      </p:sp>
      <p:sp>
        <p:nvSpPr>
          <p:cNvPr id="37" name="TextBox 9"/>
          <p:cNvSpPr txBox="1"/>
          <p:nvPr/>
        </p:nvSpPr>
        <p:spPr>
          <a:xfrm>
            <a:off x="2109740" y="6217256"/>
            <a:ext cx="14068520" cy="101566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sz="6600">
                <a:solidFill>
                  <a:srgbClr val="5E9184"/>
                </a:solidFill>
                <a:latin typeface="DFYanKaiW7-B5"/>
                <a:ea typeface="DFYanKaiW7-B5"/>
                <a:cs typeface="DFYanKaiW7-B5"/>
                <a:sym typeface="DFYanKaiW7-B5"/>
              </a:defRPr>
            </a:lvl1pPr>
          </a:lstStyle>
          <a:p>
            <a:r>
              <a:rPr dirty="0" err="1">
                <a:effectLst/>
              </a:rPr>
              <a:t>信仰告白</a:t>
            </a:r>
            <a:endParaRPr dirty="0">
              <a:effectLst/>
            </a:endParaRPr>
          </a:p>
        </p:txBody>
      </p:sp>
      <p:pic>
        <p:nvPicPr>
          <p:cNvPr id="38" name="影像" descr="影像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4480950" y="6010004"/>
            <a:ext cx="2857566" cy="1499847"/>
          </a:xfrm>
          <a:prstGeom prst="rect">
            <a:avLst/>
          </a:prstGeom>
          <a:ln w="12700">
            <a:miter lim="400000"/>
          </a:ln>
        </p:spPr>
      </p:pic>
      <p:pic>
        <p:nvPicPr>
          <p:cNvPr id="39" name="影像" descr="影像"/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11034152" y="6010004"/>
            <a:ext cx="2857565" cy="1499847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spd="med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司會奉讀箴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TextBox 3"/>
          <p:cNvSpPr txBox="1"/>
          <p:nvPr/>
        </p:nvSpPr>
        <p:spPr>
          <a:xfrm>
            <a:off x="4288342" y="622598"/>
            <a:ext cx="9711319" cy="128240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lnSpc>
                <a:spcPts val="10000"/>
              </a:lnSpc>
              <a:defRPr sz="8800">
                <a:solidFill>
                  <a:srgbClr val="CAA939"/>
                </a:solidFill>
                <a:latin typeface="DFXingKaiW5-B5"/>
                <a:ea typeface="DFXingKaiW5-B5"/>
                <a:cs typeface="DFXingKaiW5-B5"/>
                <a:sym typeface="DFXingKaiW5-B5"/>
              </a:defRPr>
            </a:lvl1pPr>
          </a:lstStyle>
          <a:p>
            <a:r>
              <a:rPr dirty="0" err="1">
                <a:effectLst>
                  <a:outerShdw blurRad="50800" dist="50800" dir="5400000" algn="ctr" rotWithShape="0">
                    <a:schemeClr val="bg1"/>
                  </a:outerShdw>
                </a:effectLst>
              </a:rPr>
              <a:t>司會</a:t>
            </a:r>
            <a:endParaRPr dirty="0">
              <a:effectLst>
                <a:outerShdw blurRad="50800" dist="50800" dir="5400000" algn="ctr" rotWithShape="0">
                  <a:schemeClr val="bg1"/>
                </a:outerShdw>
              </a:effectLst>
            </a:endParaRPr>
          </a:p>
        </p:txBody>
      </p:sp>
      <p:sp>
        <p:nvSpPr>
          <p:cNvPr id="48" name="司會奉讀箴言（阿們！）"/>
          <p:cNvSpPr txBox="1">
            <a:spLocks noGrp="1"/>
          </p:cNvSpPr>
          <p:nvPr>
            <p:ph type="title" hasCustomPrompt="1"/>
          </p:nvPr>
        </p:nvSpPr>
        <p:spPr>
          <a:xfrm>
            <a:off x="1447800" y="2122444"/>
            <a:ext cx="15392400" cy="6970458"/>
          </a:xfrm>
          <a:prstGeom prst="rect">
            <a:avLst/>
          </a:prstGeom>
        </p:spPr>
        <p:txBody>
          <a:bodyPr anchor="t"/>
          <a:lstStyle>
            <a:lvl1pPr>
              <a:lnSpc>
                <a:spcPct val="100000"/>
              </a:lnSpc>
              <a:defRPr>
                <a:effectLst>
                  <a:outerShdw blurRad="50800" dist="50800" dir="2700000" algn="tl" rotWithShape="0">
                    <a:schemeClr val="bg1">
                      <a:alpha val="80000"/>
                    </a:schemeClr>
                  </a:outerShdw>
                </a:effectLst>
              </a:defRPr>
            </a:lvl1pPr>
          </a:lstStyle>
          <a:p>
            <a:r>
              <a:rPr dirty="0" err="1"/>
              <a:t>司會奉讀箴言（阿們</a:t>
            </a:r>
            <a:r>
              <a:rPr dirty="0"/>
              <a:t>！）</a:t>
            </a:r>
          </a:p>
        </p:txBody>
      </p:sp>
      <p:pic>
        <p:nvPicPr>
          <p:cNvPr id="49" name="影像" descr="影像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95485" y="491999"/>
            <a:ext cx="2857565" cy="1499846"/>
          </a:xfrm>
          <a:prstGeom prst="rect">
            <a:avLst/>
          </a:prstGeom>
          <a:ln w="12700">
            <a:miter lim="400000"/>
          </a:ln>
        </p:spPr>
      </p:pic>
      <p:pic>
        <p:nvPicPr>
          <p:cNvPr id="50" name="影像" descr="影像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55083" y="491999"/>
            <a:ext cx="2857566" cy="1499846"/>
          </a:xfrm>
          <a:prstGeom prst="rect">
            <a:avLst/>
          </a:prstGeom>
          <a:ln w="12700">
            <a:miter lim="400000"/>
          </a:ln>
        </p:spPr>
      </p:pic>
      <p:sp>
        <p:nvSpPr>
          <p:cNvPr id="51" name="幻燈片編號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會眾奉讀箴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TextBox 3"/>
          <p:cNvSpPr txBox="1"/>
          <p:nvPr/>
        </p:nvSpPr>
        <p:spPr>
          <a:xfrm>
            <a:off x="4288342" y="622598"/>
            <a:ext cx="9711319" cy="128240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lnSpc>
                <a:spcPts val="10000"/>
              </a:lnSpc>
              <a:defRPr sz="8800">
                <a:solidFill>
                  <a:srgbClr val="85BB97"/>
                </a:solidFill>
                <a:latin typeface="DFXingKaiW5-B5"/>
                <a:ea typeface="DFXingKaiW5-B5"/>
                <a:cs typeface="DFXingKaiW5-B5"/>
                <a:sym typeface="DFXingKaiW5-B5"/>
              </a:defRPr>
            </a:lvl1pPr>
          </a:lstStyle>
          <a:p>
            <a:r>
              <a:rPr dirty="0" err="1">
                <a:effectLst>
                  <a:outerShdw blurRad="50800" dist="50800" dir="5400000" algn="ctr" rotWithShape="0">
                    <a:schemeClr val="bg1"/>
                  </a:outerShdw>
                </a:effectLst>
              </a:rPr>
              <a:t>會眾</a:t>
            </a:r>
            <a:endParaRPr dirty="0">
              <a:effectLst>
                <a:outerShdw blurRad="50800" dist="50800" dir="5400000" algn="ctr" rotWithShape="0">
                  <a:schemeClr val="bg1"/>
                </a:outerShdw>
              </a:effectLst>
            </a:endParaRPr>
          </a:p>
        </p:txBody>
      </p:sp>
      <p:sp>
        <p:nvSpPr>
          <p:cNvPr id="59" name="會眾奉讀箴言（阿們！）"/>
          <p:cNvSpPr txBox="1">
            <a:spLocks noGrp="1"/>
          </p:cNvSpPr>
          <p:nvPr>
            <p:ph type="title" hasCustomPrompt="1"/>
          </p:nvPr>
        </p:nvSpPr>
        <p:spPr>
          <a:xfrm>
            <a:off x="1447800" y="2122444"/>
            <a:ext cx="15392400" cy="6970458"/>
          </a:xfrm>
          <a:prstGeom prst="rect">
            <a:avLst/>
          </a:prstGeom>
        </p:spPr>
        <p:txBody>
          <a:bodyPr anchor="t"/>
          <a:lstStyle>
            <a:lvl1pPr>
              <a:lnSpc>
                <a:spcPct val="100000"/>
              </a:lnSpc>
              <a:defRPr>
                <a:solidFill>
                  <a:srgbClr val="5E9184"/>
                </a:solidFill>
                <a:effectLst>
                  <a:outerShdw blurRad="50800" dist="50800" dir="2700000" algn="tl" rotWithShape="0">
                    <a:schemeClr val="bg1">
                      <a:alpha val="80000"/>
                    </a:schemeClr>
                  </a:outerShdw>
                </a:effectLst>
              </a:defRPr>
            </a:lvl1pPr>
          </a:lstStyle>
          <a:p>
            <a:r>
              <a:rPr dirty="0" err="1"/>
              <a:t>會眾奉讀箴言（阿們</a:t>
            </a:r>
            <a:r>
              <a:rPr dirty="0"/>
              <a:t>！）</a:t>
            </a:r>
          </a:p>
        </p:txBody>
      </p:sp>
      <p:pic>
        <p:nvPicPr>
          <p:cNvPr id="60" name="影像" descr="影像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95485" y="491999"/>
            <a:ext cx="2857565" cy="1499846"/>
          </a:xfrm>
          <a:prstGeom prst="rect">
            <a:avLst/>
          </a:prstGeom>
          <a:ln w="12700">
            <a:miter lim="400000"/>
          </a:ln>
        </p:spPr>
      </p:pic>
      <p:pic>
        <p:nvPicPr>
          <p:cNvPr id="61" name="影像" descr="影像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55083" y="491999"/>
            <a:ext cx="2857566" cy="1499846"/>
          </a:xfrm>
          <a:prstGeom prst="rect">
            <a:avLst/>
          </a:prstGeom>
          <a:ln w="12700">
            <a:miter lim="400000"/>
          </a:ln>
        </p:spPr>
      </p:pic>
      <p:sp>
        <p:nvSpPr>
          <p:cNvPr id="62" name="幻燈片編號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全體奉讀箴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TextBox 3"/>
          <p:cNvSpPr txBox="1"/>
          <p:nvPr/>
        </p:nvSpPr>
        <p:spPr>
          <a:xfrm>
            <a:off x="4288342" y="622598"/>
            <a:ext cx="9711319" cy="128240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lnSpc>
                <a:spcPts val="10000"/>
              </a:lnSpc>
              <a:defRPr sz="8800">
                <a:solidFill>
                  <a:srgbClr val="948A54"/>
                </a:solidFill>
                <a:latin typeface="DFXingKaiW5-B5"/>
                <a:ea typeface="DFXingKaiW5-B5"/>
                <a:cs typeface="DFXingKaiW5-B5"/>
                <a:sym typeface="DFXingKaiW5-B5"/>
              </a:defRPr>
            </a:lvl1pPr>
          </a:lstStyle>
          <a:p>
            <a:r>
              <a:rPr dirty="0" err="1">
                <a:effectLst>
                  <a:outerShdw blurRad="50800" dist="50800" dir="5400000" algn="ctr" rotWithShape="0">
                    <a:schemeClr val="bg1"/>
                  </a:outerShdw>
                </a:effectLst>
              </a:rPr>
              <a:t>全體</a:t>
            </a:r>
            <a:endParaRPr dirty="0">
              <a:effectLst>
                <a:outerShdw blurRad="50800" dist="50800" dir="5400000" algn="ctr" rotWithShape="0">
                  <a:schemeClr val="bg1"/>
                </a:outerShdw>
              </a:effectLst>
            </a:endParaRPr>
          </a:p>
        </p:txBody>
      </p:sp>
      <p:sp>
        <p:nvSpPr>
          <p:cNvPr id="70" name="全體奉讀箴言（阿們！）"/>
          <p:cNvSpPr txBox="1">
            <a:spLocks noGrp="1"/>
          </p:cNvSpPr>
          <p:nvPr>
            <p:ph type="title" hasCustomPrompt="1"/>
          </p:nvPr>
        </p:nvSpPr>
        <p:spPr>
          <a:xfrm>
            <a:off x="1447800" y="2122444"/>
            <a:ext cx="15392400" cy="6970458"/>
          </a:xfrm>
          <a:prstGeom prst="rect">
            <a:avLst/>
          </a:prstGeom>
        </p:spPr>
        <p:txBody>
          <a:bodyPr anchor="t"/>
          <a:lstStyle>
            <a:lvl1pPr>
              <a:lnSpc>
                <a:spcPct val="100000"/>
              </a:lnSpc>
              <a:defRPr>
                <a:solidFill>
                  <a:srgbClr val="535353"/>
                </a:solidFill>
                <a:effectLst>
                  <a:outerShdw blurRad="50800" dist="50800" dir="2700000" algn="tl" rotWithShape="0">
                    <a:schemeClr val="bg1">
                      <a:alpha val="80000"/>
                    </a:schemeClr>
                  </a:outerShdw>
                </a:effectLst>
              </a:defRPr>
            </a:lvl1pPr>
          </a:lstStyle>
          <a:p>
            <a:r>
              <a:rPr dirty="0" err="1"/>
              <a:t>全體奉讀箴言（阿們</a:t>
            </a:r>
            <a:r>
              <a:rPr dirty="0"/>
              <a:t>！）</a:t>
            </a:r>
          </a:p>
        </p:txBody>
      </p:sp>
      <p:pic>
        <p:nvPicPr>
          <p:cNvPr id="71" name="影像" descr="影像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95485" y="491999"/>
            <a:ext cx="2857565" cy="1499846"/>
          </a:xfrm>
          <a:prstGeom prst="rect">
            <a:avLst/>
          </a:prstGeom>
          <a:ln w="12700">
            <a:miter lim="400000"/>
          </a:ln>
        </p:spPr>
      </p:pic>
      <p:pic>
        <p:nvPicPr>
          <p:cNvPr id="72" name="影像" descr="影像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55083" y="491999"/>
            <a:ext cx="2857566" cy="1499846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spd="med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聖經奉讀_首頁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TextBox 7"/>
          <p:cNvSpPr txBox="1"/>
          <p:nvPr/>
        </p:nvSpPr>
        <p:spPr>
          <a:xfrm>
            <a:off x="4288340" y="3009900"/>
            <a:ext cx="9711320" cy="215443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sz="14000">
                <a:solidFill>
                  <a:srgbClr val="D48E5D"/>
                </a:solidFill>
                <a:latin typeface="DFXingKaiW5-B5"/>
                <a:ea typeface="DFXingKaiW5-B5"/>
                <a:cs typeface="DFXingKaiW5-B5"/>
                <a:sym typeface="DFXingKaiW5-B5"/>
              </a:defRPr>
            </a:lvl1pPr>
          </a:lstStyle>
          <a:p>
            <a:r>
              <a:rPr dirty="0" err="1">
                <a:effectLst>
                  <a:outerShdw blurRad="50800" dist="50800" dir="5400000" algn="ctr" rotWithShape="0">
                    <a:schemeClr val="bg1"/>
                  </a:outerShdw>
                </a:effectLst>
              </a:rPr>
              <a:t>聖經奉讀</a:t>
            </a:r>
            <a:endParaRPr dirty="0">
              <a:effectLst>
                <a:outerShdw blurRad="50800" dist="50800" dir="5400000" algn="ctr" rotWithShape="0">
                  <a:schemeClr val="bg1"/>
                </a:outerShdw>
              </a:effectLst>
            </a:endParaRPr>
          </a:p>
        </p:txBody>
      </p:sp>
      <p:sp>
        <p:nvSpPr>
          <p:cNvPr id="81" name="聖經章節"/>
          <p:cNvSpPr txBox="1">
            <a:spLocks noGrp="1"/>
          </p:cNvSpPr>
          <p:nvPr>
            <p:ph type="title" hasCustomPrompt="1"/>
          </p:nvPr>
        </p:nvSpPr>
        <p:spPr>
          <a:xfrm>
            <a:off x="2109742" y="5236431"/>
            <a:ext cx="14068515" cy="3046990"/>
          </a:xfrm>
          <a:prstGeom prst="rect">
            <a:avLst/>
          </a:prstGeom>
        </p:spPr>
        <p:txBody>
          <a:bodyPr>
            <a:noAutofit/>
          </a:bodyPr>
          <a:lstStyle>
            <a:lvl1pPr algn="ctr">
              <a:lnSpc>
                <a:spcPct val="100000"/>
              </a:lnSpc>
              <a:defRPr sz="6600">
                <a:solidFill>
                  <a:srgbClr val="5E9184"/>
                </a:solidFill>
                <a:effectLst>
                  <a:outerShdw blurRad="50800" dist="50800" dir="2700000" algn="tl" rotWithShape="0">
                    <a:schemeClr val="bg1">
                      <a:alpha val="80000"/>
                    </a:schemeClr>
                  </a:outerShdw>
                </a:effectLst>
              </a:defRPr>
            </a:lvl1pPr>
          </a:lstStyle>
          <a:p>
            <a:r>
              <a:rPr dirty="0" err="1"/>
              <a:t>聖經章節</a:t>
            </a:r>
            <a:endParaRPr dirty="0"/>
          </a:p>
        </p:txBody>
      </p:sp>
      <p:pic>
        <p:nvPicPr>
          <p:cNvPr id="82" name="影像" descr="影像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75286" y="6010004"/>
            <a:ext cx="2857566" cy="1499847"/>
          </a:xfrm>
          <a:prstGeom prst="rect">
            <a:avLst/>
          </a:prstGeom>
          <a:ln w="12700">
            <a:miter lim="400000"/>
          </a:ln>
        </p:spPr>
      </p:pic>
      <p:pic>
        <p:nvPicPr>
          <p:cNvPr id="83" name="影像" descr="影像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504008" y="6010004"/>
            <a:ext cx="2857566" cy="1499847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spd="med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經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書卷X章X節"/>
          <p:cNvSpPr txBox="1">
            <a:spLocks noGrp="1"/>
          </p:cNvSpPr>
          <p:nvPr>
            <p:ph type="title" hasCustomPrompt="1"/>
          </p:nvPr>
        </p:nvSpPr>
        <p:spPr>
          <a:prstGeom prst="rect">
            <a:avLst/>
          </a:prstGeom>
        </p:spPr>
        <p:txBody>
          <a:bodyPr lIns="46800">
            <a:noAutofit/>
          </a:bodyPr>
          <a:lstStyle>
            <a:lvl1pPr>
              <a:defRPr>
                <a:effectLst>
                  <a:outerShdw blurRad="50800" dist="50800" dir="2700000" algn="tl" rotWithShape="0">
                    <a:schemeClr val="bg1">
                      <a:alpha val="80000"/>
                    </a:schemeClr>
                  </a:outerShdw>
                </a:effectLst>
              </a:defRPr>
            </a:lvl1pPr>
          </a:lstStyle>
          <a:p>
            <a:r>
              <a:rPr dirty="0" err="1"/>
              <a:t>書卷X章X節</a:t>
            </a:r>
            <a:endParaRPr dirty="0"/>
          </a:p>
        </p:txBody>
      </p:sp>
      <p:sp>
        <p:nvSpPr>
          <p:cNvPr id="92" name="經文"/>
          <p:cNvSpPr txBox="1">
            <a:spLocks noGrp="1"/>
          </p:cNvSpPr>
          <p:nvPr>
            <p:ph type="body" idx="1" hasCustomPrompt="1"/>
          </p:nvPr>
        </p:nvSpPr>
        <p:spPr>
          <a:xfrm>
            <a:off x="647700" y="2324100"/>
            <a:ext cx="17640300" cy="7315194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 sz="7200">
                <a:effectLst>
                  <a:outerShdw blurRad="50800" dist="50800" dir="2700000" algn="tl" rotWithShape="0">
                    <a:schemeClr val="bg1">
                      <a:alpha val="80000"/>
                    </a:schemeClr>
                  </a:outerShdw>
                </a:effectLst>
              </a:defRPr>
            </a:lvl1pPr>
            <a:lvl2pPr>
              <a:defRPr sz="7200">
                <a:effectLst>
                  <a:outerShdw blurRad="50800" dist="50800" dir="2700000" algn="tl" rotWithShape="0">
                    <a:schemeClr val="bg1">
                      <a:alpha val="80000"/>
                    </a:schemeClr>
                  </a:outerShdw>
                </a:effectLst>
              </a:defRPr>
            </a:lvl2pPr>
            <a:lvl3pPr>
              <a:defRPr sz="7200">
                <a:effectLst>
                  <a:outerShdw blurRad="50800" dist="50800" dir="2700000" algn="tl" rotWithShape="0">
                    <a:schemeClr val="bg1">
                      <a:alpha val="80000"/>
                    </a:schemeClr>
                  </a:outerShdw>
                </a:effectLst>
              </a:defRPr>
            </a:lvl3pPr>
            <a:lvl4pPr>
              <a:defRPr sz="7200">
                <a:effectLst>
                  <a:outerShdw blurRad="50800" dist="50800" dir="2700000" algn="tl" rotWithShape="0">
                    <a:schemeClr val="bg1">
                      <a:alpha val="80000"/>
                    </a:schemeClr>
                  </a:outerShdw>
                </a:effectLst>
              </a:defRPr>
            </a:lvl4pPr>
            <a:lvl5pPr>
              <a:defRPr sz="7200">
                <a:effectLst>
                  <a:outerShdw blurRad="50800" dist="50800" dir="2700000" algn="tl" rotWithShape="0">
                    <a:schemeClr val="bg1">
                      <a:alpha val="80000"/>
                    </a:schemeClr>
                  </a:outerShdw>
                </a:effectLst>
              </a:defRPr>
            </a:lvl5pPr>
          </a:lstStyle>
          <a:p>
            <a:r>
              <a:rPr dirty="0" err="1"/>
              <a:t>經文經文</a:t>
            </a:r>
            <a:endParaRPr dirty="0"/>
          </a:p>
          <a:p>
            <a:pPr lvl="1"/>
            <a:endParaRPr dirty="0"/>
          </a:p>
          <a:p>
            <a:pPr lvl="2"/>
            <a:endParaRPr dirty="0"/>
          </a:p>
          <a:p>
            <a:pPr lvl="3"/>
            <a:endParaRPr dirty="0"/>
          </a:p>
          <a:p>
            <a:pPr lvl="4"/>
            <a:endParaRPr dirty="0"/>
          </a:p>
        </p:txBody>
      </p:sp>
    </p:spTree>
  </p:cSld>
  <p:clrMapOvr>
    <a:masterClrMapping/>
  </p:clrMapOvr>
  <p:transition spd="med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主題頁">
    <p:bg>
      <p:bgPr>
        <a:blipFill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主題"/>
          <p:cNvSpPr txBox="1">
            <a:spLocks noGrp="1"/>
          </p:cNvSpPr>
          <p:nvPr>
            <p:ph type="title" hasCustomPrompt="1"/>
          </p:nvPr>
        </p:nvSpPr>
        <p:spPr>
          <a:xfrm>
            <a:off x="187255" y="2286000"/>
            <a:ext cx="17906534" cy="2837902"/>
          </a:xfrm>
          <a:prstGeom prst="rect">
            <a:avLst/>
          </a:prstGeom>
        </p:spPr>
        <p:txBody>
          <a:bodyPr>
            <a:normAutofit/>
          </a:bodyPr>
          <a:lstStyle>
            <a:lvl1pPr algn="ctr">
              <a:lnSpc>
                <a:spcPct val="100000"/>
              </a:lnSpc>
              <a:defRPr sz="11500">
                <a:solidFill>
                  <a:srgbClr val="CAA239"/>
                </a:solidFill>
                <a:effectLst>
                  <a:outerShdw blurRad="50800" dist="50800" dir="5400000" algn="ctr" rotWithShape="0">
                    <a:schemeClr val="bg1"/>
                  </a:outerShdw>
                </a:effectLst>
              </a:defRPr>
            </a:lvl1pPr>
          </a:lstStyle>
          <a:p>
            <a:r>
              <a:rPr dirty="0" err="1"/>
              <a:t>主題</a:t>
            </a:r>
            <a:endParaRPr dirty="0"/>
          </a:p>
        </p:txBody>
      </p:sp>
      <p:sp>
        <p:nvSpPr>
          <p:cNvPr id="101" name="聖經章節"/>
          <p:cNvSpPr txBox="1">
            <a:spLocks noGrp="1"/>
          </p:cNvSpPr>
          <p:nvPr>
            <p:ph type="body" sz="quarter" idx="1" hasCustomPrompt="1"/>
          </p:nvPr>
        </p:nvSpPr>
        <p:spPr>
          <a:xfrm>
            <a:off x="3043768" y="6456362"/>
            <a:ext cx="12200465" cy="1354140"/>
          </a:xfrm>
          <a:prstGeom prst="rect">
            <a:avLst/>
          </a:prstGeom>
        </p:spPr>
        <p:txBody>
          <a:bodyPr anchor="ctr">
            <a:normAutofit/>
          </a:bodyPr>
          <a:lstStyle>
            <a:lvl1pPr algn="ctr">
              <a:defRPr sz="4000">
                <a:solidFill>
                  <a:srgbClr val="C5A081"/>
                </a:solidFill>
              </a:defRPr>
            </a:lvl1pPr>
            <a:lvl2pPr marL="457200" indent="0" algn="ctr">
              <a:buNone/>
              <a:defRPr>
                <a:solidFill>
                  <a:srgbClr val="C5A081"/>
                </a:solidFill>
              </a:defRPr>
            </a:lvl2pPr>
            <a:lvl3pPr marL="914400" indent="0" algn="ctr">
              <a:buNone/>
              <a:defRPr>
                <a:solidFill>
                  <a:srgbClr val="C5A081"/>
                </a:solidFill>
              </a:defRPr>
            </a:lvl3pPr>
            <a:lvl4pPr marL="1371600" indent="0" algn="ctr">
              <a:buNone/>
              <a:defRPr>
                <a:solidFill>
                  <a:srgbClr val="C5A081"/>
                </a:solidFill>
              </a:defRPr>
            </a:lvl4pPr>
            <a:lvl5pPr marL="1828800" indent="0" algn="ctr">
              <a:buNone/>
              <a:defRPr>
                <a:solidFill>
                  <a:srgbClr val="C5A081"/>
                </a:solidFill>
              </a:defRPr>
            </a:lvl5pPr>
          </a:lstStyle>
          <a:p>
            <a:r>
              <a:rPr dirty="0" err="1"/>
              <a:t>聖經章節</a:t>
            </a:r>
            <a:endParaRPr dirty="0"/>
          </a:p>
        </p:txBody>
      </p:sp>
      <p:sp>
        <p:nvSpPr>
          <p:cNvPr id="102" name="日期"/>
          <p:cNvSpPr>
            <a:spLocks noGrp="1"/>
          </p:cNvSpPr>
          <p:nvPr>
            <p:ph type="body" sz="quarter" idx="21" hasCustomPrompt="1"/>
          </p:nvPr>
        </p:nvSpPr>
        <p:spPr>
          <a:xfrm>
            <a:off x="3905248" y="8039099"/>
            <a:ext cx="10515604" cy="918633"/>
          </a:xfrm>
          <a:prstGeom prst="rect">
            <a:avLst/>
          </a:prstGeom>
        </p:spPr>
        <p:txBody>
          <a:bodyPr>
            <a:normAutofit/>
          </a:bodyPr>
          <a:lstStyle>
            <a:lvl1pPr algn="ctr">
              <a:defRPr sz="4400">
                <a:latin typeface="DFXingKaiW5-B5"/>
                <a:ea typeface="DFXingKaiW5-B5"/>
                <a:cs typeface="DFXingKaiW5-B5"/>
                <a:sym typeface="DFXingKaiW5-B5"/>
              </a:defRPr>
            </a:lvl1pPr>
          </a:lstStyle>
          <a:p>
            <a:r>
              <a:rPr dirty="0"/>
              <a:t>2024年XX月XX日 </a:t>
            </a:r>
            <a:r>
              <a:rPr dirty="0" err="1"/>
              <a:t>主日禮拜</a:t>
            </a:r>
            <a:endParaRPr dirty="0"/>
          </a:p>
        </p:txBody>
      </p:sp>
      <p:pic>
        <p:nvPicPr>
          <p:cNvPr id="103" name="影像" descr="影像"/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4252716" y="6641334"/>
            <a:ext cx="3841073" cy="3010667"/>
          </a:xfrm>
          <a:prstGeom prst="rect">
            <a:avLst/>
          </a:prstGeom>
          <a:ln w="12700">
            <a:miter lim="400000"/>
          </a:ln>
        </p:spPr>
      </p:pic>
      <p:pic>
        <p:nvPicPr>
          <p:cNvPr id="104" name="影像" descr="影像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7255" y="183377"/>
            <a:ext cx="2749019" cy="770163"/>
          </a:xfrm>
          <a:prstGeom prst="rect">
            <a:avLst/>
          </a:prstGeom>
          <a:ln w="12700">
            <a:miter lim="400000"/>
          </a:ln>
          <a:effectLst>
            <a:outerShdw blurRad="50800" dist="63500" dir="2700000" rotWithShape="0">
              <a:srgbClr val="FFFFFF">
                <a:alpha val="50000"/>
              </a:srgbClr>
            </a:outerShdw>
          </a:effectLst>
        </p:spPr>
      </p:pic>
    </p:spTree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3240" userDrawn="1">
          <p15:clr>
            <a:srgbClr val="FBAE40"/>
          </p15:clr>
        </p15:guide>
        <p15:guide id="2" pos="5760" userDrawn="1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image" Target="../media/image2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image" Target="../media/image1.jpeg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rotWithShape="1">
          <a:blip r:embed="rId11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7"/>
          <p:cNvSpPr/>
          <p:nvPr/>
        </p:nvSpPr>
        <p:spPr>
          <a:xfrm>
            <a:off x="647300" y="2095500"/>
            <a:ext cx="11376004" cy="0"/>
          </a:xfrm>
          <a:prstGeom prst="line">
            <a:avLst/>
          </a:prstGeom>
          <a:ln w="38100" cap="rnd">
            <a:solidFill>
              <a:srgbClr val="FFFFFF"/>
            </a:solidFill>
            <a:custDash>
              <a:ds d="100000" sp="200000"/>
            </a:custDash>
          </a:ln>
        </p:spPr>
        <p:txBody>
          <a:bodyPr lIns="45718" tIns="45718" rIns="45718" bIns="45718"/>
          <a:lstStyle/>
          <a:p>
            <a:endParaRPr/>
          </a:p>
        </p:txBody>
      </p:sp>
      <p:sp>
        <p:nvSpPr>
          <p:cNvPr id="3" name="書卷X章X節"/>
          <p:cNvSpPr txBox="1">
            <a:spLocks noGrp="1"/>
          </p:cNvSpPr>
          <p:nvPr>
            <p:ph type="title" hasCustomPrompt="1"/>
          </p:nvPr>
        </p:nvSpPr>
        <p:spPr>
          <a:xfrm>
            <a:off x="666751" y="647701"/>
            <a:ext cx="14116052" cy="118257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8" tIns="45718" rIns="45718" bIns="45718" anchor="ctr">
            <a:normAutofit/>
          </a:bodyPr>
          <a:lstStyle/>
          <a:p>
            <a:r>
              <a:t>書卷X章X節</a:t>
            </a:r>
          </a:p>
        </p:txBody>
      </p:sp>
      <p:sp>
        <p:nvSpPr>
          <p:cNvPr id="4" name="內文層級一…"/>
          <p:cNvSpPr txBox="1">
            <a:spLocks noGrp="1"/>
          </p:cNvSpPr>
          <p:nvPr>
            <p:ph type="body" idx="1" hasCustomPrompt="1"/>
          </p:nvPr>
        </p:nvSpPr>
        <p:spPr>
          <a:xfrm>
            <a:off x="647700" y="2324100"/>
            <a:ext cx="15278100" cy="731519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8" tIns="45718" rIns="45718" bIns="45718">
            <a:normAutofit/>
          </a:bodyPr>
          <a:lstStyle/>
          <a:p>
            <a:r>
              <a:t>經文經文</a:t>
            </a:r>
          </a:p>
          <a:p>
            <a:pPr lvl="1"/>
            <a:endParaRPr/>
          </a:p>
          <a:p>
            <a:pPr lvl="2"/>
            <a:endParaRPr/>
          </a:p>
          <a:p>
            <a:pPr lvl="3"/>
            <a:endParaRPr/>
          </a:p>
          <a:p>
            <a:pPr lvl="4"/>
            <a:endParaRPr/>
          </a:p>
        </p:txBody>
      </p:sp>
      <p:pic>
        <p:nvPicPr>
          <p:cNvPr id="5" name="影像" descr="影像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1525218" y="1345576"/>
            <a:ext cx="2857565" cy="1499848"/>
          </a:xfrm>
          <a:prstGeom prst="rect">
            <a:avLst/>
          </a:prstGeom>
          <a:ln w="12700">
            <a:miter lim="400000"/>
          </a:ln>
        </p:spPr>
      </p:pic>
      <p:sp>
        <p:nvSpPr>
          <p:cNvPr id="6" name="幻燈片編號"/>
          <p:cNvSpPr txBox="1">
            <a:spLocks noGrp="1"/>
          </p:cNvSpPr>
          <p:nvPr>
            <p:ph type="sldNum" sz="quarter" idx="2"/>
          </p:nvPr>
        </p:nvSpPr>
        <p:spPr>
          <a:xfrm>
            <a:off x="12847778" y="9410373"/>
            <a:ext cx="258623" cy="248304"/>
          </a:xfrm>
          <a:prstGeom prst="rect">
            <a:avLst/>
          </a:prstGeom>
          <a:ln w="12700">
            <a:miter lim="400000"/>
          </a:ln>
        </p:spPr>
        <p:txBody>
          <a:bodyPr wrap="none" lIns="45718" tIns="45718" rIns="45718" bIns="45718" anchor="ctr">
            <a:spAutoFit/>
          </a:bodyPr>
          <a:lstStyle>
            <a:lvl1pPr algn="r">
              <a:defRPr sz="1200">
                <a:solidFill>
                  <a:srgbClr val="888888"/>
                </a:solidFill>
              </a:defRPr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</p:sldLayoutIdLst>
  <p:transition spd="med"/>
  <p:txStyles>
    <p:titleStyle>
      <a:lvl1pPr marL="0" marR="0" indent="0" algn="l" defTabSz="914400" latinLnBrk="0">
        <a:lnSpc>
          <a:spcPts val="1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7200" b="0" i="0" u="none" strike="noStrike" cap="none" spc="0" baseline="0">
          <a:solidFill>
            <a:srgbClr val="D48E5D"/>
          </a:solidFill>
          <a:uFillTx/>
          <a:latin typeface="DFYanKaiW7-B5"/>
          <a:ea typeface="DFYanKaiW7-B5"/>
          <a:cs typeface="DFYanKaiW7-B5"/>
          <a:sym typeface="DFYanKaiW7-B5"/>
        </a:defRPr>
      </a:lvl1pPr>
      <a:lvl2pPr marL="0" marR="0" indent="0" algn="l" defTabSz="914400" latinLnBrk="0">
        <a:lnSpc>
          <a:spcPts val="1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7200" b="0" i="0" u="none" strike="noStrike" cap="none" spc="0" baseline="0">
          <a:solidFill>
            <a:srgbClr val="D48E5D"/>
          </a:solidFill>
          <a:uFillTx/>
          <a:latin typeface="DFYanKaiW7-B5"/>
          <a:ea typeface="DFYanKaiW7-B5"/>
          <a:cs typeface="DFYanKaiW7-B5"/>
          <a:sym typeface="DFYanKaiW7-B5"/>
        </a:defRPr>
      </a:lvl2pPr>
      <a:lvl3pPr marL="0" marR="0" indent="0" algn="l" defTabSz="914400" latinLnBrk="0">
        <a:lnSpc>
          <a:spcPts val="1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7200" b="0" i="0" u="none" strike="noStrike" cap="none" spc="0" baseline="0">
          <a:solidFill>
            <a:srgbClr val="D48E5D"/>
          </a:solidFill>
          <a:uFillTx/>
          <a:latin typeface="DFYanKaiW7-B5"/>
          <a:ea typeface="DFYanKaiW7-B5"/>
          <a:cs typeface="DFYanKaiW7-B5"/>
          <a:sym typeface="DFYanKaiW7-B5"/>
        </a:defRPr>
      </a:lvl3pPr>
      <a:lvl4pPr marL="0" marR="0" indent="0" algn="l" defTabSz="914400" latinLnBrk="0">
        <a:lnSpc>
          <a:spcPts val="1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7200" b="0" i="0" u="none" strike="noStrike" cap="none" spc="0" baseline="0">
          <a:solidFill>
            <a:srgbClr val="D48E5D"/>
          </a:solidFill>
          <a:uFillTx/>
          <a:latin typeface="DFYanKaiW7-B5"/>
          <a:ea typeface="DFYanKaiW7-B5"/>
          <a:cs typeface="DFYanKaiW7-B5"/>
          <a:sym typeface="DFYanKaiW7-B5"/>
        </a:defRPr>
      </a:lvl4pPr>
      <a:lvl5pPr marL="0" marR="0" indent="0" algn="l" defTabSz="914400" latinLnBrk="0">
        <a:lnSpc>
          <a:spcPts val="1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7200" b="0" i="0" u="none" strike="noStrike" cap="none" spc="0" baseline="0">
          <a:solidFill>
            <a:srgbClr val="D48E5D"/>
          </a:solidFill>
          <a:uFillTx/>
          <a:latin typeface="DFYanKaiW7-B5"/>
          <a:ea typeface="DFYanKaiW7-B5"/>
          <a:cs typeface="DFYanKaiW7-B5"/>
          <a:sym typeface="DFYanKaiW7-B5"/>
        </a:defRPr>
      </a:lvl5pPr>
      <a:lvl6pPr marL="0" marR="0" indent="0" algn="l" defTabSz="914400" latinLnBrk="0">
        <a:lnSpc>
          <a:spcPts val="1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7200" b="0" i="0" u="none" strike="noStrike" cap="none" spc="0" baseline="0">
          <a:solidFill>
            <a:srgbClr val="D48E5D"/>
          </a:solidFill>
          <a:uFillTx/>
          <a:latin typeface="DFYanKaiW7-B5"/>
          <a:ea typeface="DFYanKaiW7-B5"/>
          <a:cs typeface="DFYanKaiW7-B5"/>
          <a:sym typeface="DFYanKaiW7-B5"/>
        </a:defRPr>
      </a:lvl6pPr>
      <a:lvl7pPr marL="0" marR="0" indent="0" algn="l" defTabSz="914400" latinLnBrk="0">
        <a:lnSpc>
          <a:spcPts val="1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7200" b="0" i="0" u="none" strike="noStrike" cap="none" spc="0" baseline="0">
          <a:solidFill>
            <a:srgbClr val="D48E5D"/>
          </a:solidFill>
          <a:uFillTx/>
          <a:latin typeface="DFYanKaiW7-B5"/>
          <a:ea typeface="DFYanKaiW7-B5"/>
          <a:cs typeface="DFYanKaiW7-B5"/>
          <a:sym typeface="DFYanKaiW7-B5"/>
        </a:defRPr>
      </a:lvl7pPr>
      <a:lvl8pPr marL="0" marR="0" indent="0" algn="l" defTabSz="914400" latinLnBrk="0">
        <a:lnSpc>
          <a:spcPts val="1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7200" b="0" i="0" u="none" strike="noStrike" cap="none" spc="0" baseline="0">
          <a:solidFill>
            <a:srgbClr val="D48E5D"/>
          </a:solidFill>
          <a:uFillTx/>
          <a:latin typeface="DFYanKaiW7-B5"/>
          <a:ea typeface="DFYanKaiW7-B5"/>
          <a:cs typeface="DFYanKaiW7-B5"/>
          <a:sym typeface="DFYanKaiW7-B5"/>
        </a:defRPr>
      </a:lvl8pPr>
      <a:lvl9pPr marL="0" marR="0" indent="0" algn="l" defTabSz="914400" latinLnBrk="0">
        <a:lnSpc>
          <a:spcPts val="1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7200" b="0" i="0" u="none" strike="noStrike" cap="none" spc="0" baseline="0">
          <a:solidFill>
            <a:srgbClr val="D48E5D"/>
          </a:solidFill>
          <a:uFillTx/>
          <a:latin typeface="DFYanKaiW7-B5"/>
          <a:ea typeface="DFYanKaiW7-B5"/>
          <a:cs typeface="DFYanKaiW7-B5"/>
          <a:sym typeface="DFYanKaiW7-B5"/>
        </a:defRPr>
      </a:lvl9pPr>
    </p:titleStyle>
    <p:bodyStyle>
      <a:lvl1pPr marL="0" marR="0" indent="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Tx/>
        <a:buFontTx/>
        <a:buNone/>
        <a:tabLst/>
        <a:defRPr sz="3200" b="0" i="0" u="none" strike="noStrike" cap="none" spc="0" baseline="0">
          <a:solidFill>
            <a:srgbClr val="5E9184"/>
          </a:solidFill>
          <a:uFillTx/>
          <a:latin typeface="DFYanKaiW7-B5"/>
          <a:ea typeface="DFYanKaiW7-B5"/>
          <a:cs typeface="DFYanKaiW7-B5"/>
          <a:sym typeface="DFYanKaiW7-B5"/>
        </a:defRPr>
      </a:lvl1pPr>
      <a:lvl2pPr marL="783771" marR="0" indent="-326571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Tx/>
        <a:buChar char="–"/>
        <a:tabLst/>
        <a:defRPr sz="3200" b="0" i="0" u="none" strike="noStrike" cap="none" spc="0" baseline="0">
          <a:solidFill>
            <a:srgbClr val="5E9184"/>
          </a:solidFill>
          <a:uFillTx/>
          <a:latin typeface="DFYanKaiW7-B5"/>
          <a:ea typeface="DFYanKaiW7-B5"/>
          <a:cs typeface="DFYanKaiW7-B5"/>
          <a:sym typeface="DFYanKaiW7-B5"/>
        </a:defRPr>
      </a:lvl2pPr>
      <a:lvl3pPr marL="1219200" marR="0" indent="-30480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Tx/>
        <a:buChar char="•"/>
        <a:tabLst/>
        <a:defRPr sz="3200" b="0" i="0" u="none" strike="noStrike" cap="none" spc="0" baseline="0">
          <a:solidFill>
            <a:srgbClr val="5E9184"/>
          </a:solidFill>
          <a:uFillTx/>
          <a:latin typeface="DFYanKaiW7-B5"/>
          <a:ea typeface="DFYanKaiW7-B5"/>
          <a:cs typeface="DFYanKaiW7-B5"/>
          <a:sym typeface="DFYanKaiW7-B5"/>
        </a:defRPr>
      </a:lvl3pPr>
      <a:lvl4pPr marL="1737360" marR="0" indent="-36576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Tx/>
        <a:buChar char="–"/>
        <a:tabLst/>
        <a:defRPr sz="3200" b="0" i="0" u="none" strike="noStrike" cap="none" spc="0" baseline="0">
          <a:solidFill>
            <a:srgbClr val="5E9184"/>
          </a:solidFill>
          <a:uFillTx/>
          <a:latin typeface="DFYanKaiW7-B5"/>
          <a:ea typeface="DFYanKaiW7-B5"/>
          <a:cs typeface="DFYanKaiW7-B5"/>
          <a:sym typeface="DFYanKaiW7-B5"/>
        </a:defRPr>
      </a:lvl4pPr>
      <a:lvl5pPr marL="2194560" marR="0" indent="-36576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Tx/>
        <a:buChar char="»"/>
        <a:tabLst/>
        <a:defRPr sz="3200" b="0" i="0" u="none" strike="noStrike" cap="none" spc="0" baseline="0">
          <a:solidFill>
            <a:srgbClr val="5E9184"/>
          </a:solidFill>
          <a:uFillTx/>
          <a:latin typeface="DFYanKaiW7-B5"/>
          <a:ea typeface="DFYanKaiW7-B5"/>
          <a:cs typeface="DFYanKaiW7-B5"/>
          <a:sym typeface="DFYanKaiW7-B5"/>
        </a:defRPr>
      </a:lvl5pPr>
      <a:lvl6pPr marL="2651760" marR="0" indent="-36576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Tx/>
        <a:buChar char="•"/>
        <a:tabLst/>
        <a:defRPr sz="3200" b="0" i="0" u="none" strike="noStrike" cap="none" spc="0" baseline="0">
          <a:solidFill>
            <a:srgbClr val="5E9184"/>
          </a:solidFill>
          <a:uFillTx/>
          <a:latin typeface="DFYanKaiW7-B5"/>
          <a:ea typeface="DFYanKaiW7-B5"/>
          <a:cs typeface="DFYanKaiW7-B5"/>
          <a:sym typeface="DFYanKaiW7-B5"/>
        </a:defRPr>
      </a:lvl6pPr>
      <a:lvl7pPr marL="3108960" marR="0" indent="-36576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Tx/>
        <a:buChar char="•"/>
        <a:tabLst/>
        <a:defRPr sz="3200" b="0" i="0" u="none" strike="noStrike" cap="none" spc="0" baseline="0">
          <a:solidFill>
            <a:srgbClr val="5E9184"/>
          </a:solidFill>
          <a:uFillTx/>
          <a:latin typeface="DFYanKaiW7-B5"/>
          <a:ea typeface="DFYanKaiW7-B5"/>
          <a:cs typeface="DFYanKaiW7-B5"/>
          <a:sym typeface="DFYanKaiW7-B5"/>
        </a:defRPr>
      </a:lvl7pPr>
      <a:lvl8pPr marL="3566159" marR="0" indent="-365759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Tx/>
        <a:buChar char="•"/>
        <a:tabLst/>
        <a:defRPr sz="3200" b="0" i="0" u="none" strike="noStrike" cap="none" spc="0" baseline="0">
          <a:solidFill>
            <a:srgbClr val="5E9184"/>
          </a:solidFill>
          <a:uFillTx/>
          <a:latin typeface="DFYanKaiW7-B5"/>
          <a:ea typeface="DFYanKaiW7-B5"/>
          <a:cs typeface="DFYanKaiW7-B5"/>
          <a:sym typeface="DFYanKaiW7-B5"/>
        </a:defRPr>
      </a:lvl8pPr>
      <a:lvl9pPr marL="4023359" marR="0" indent="-365759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Tx/>
        <a:buChar char="•"/>
        <a:tabLst/>
        <a:defRPr sz="3200" b="0" i="0" u="none" strike="noStrike" cap="none" spc="0" baseline="0">
          <a:solidFill>
            <a:srgbClr val="5E9184"/>
          </a:solidFill>
          <a:uFillTx/>
          <a:latin typeface="DFYanKaiW7-B5"/>
          <a:ea typeface="DFYanKaiW7-B5"/>
          <a:cs typeface="DFYanKaiW7-B5"/>
          <a:sym typeface="DFYanKaiW7-B5"/>
        </a:defRPr>
      </a:lvl9pPr>
    </p:bodyStyle>
    <p:otherStyle>
      <a:lvl1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1pPr>
      <a:lvl2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2pPr>
      <a:lvl3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3pPr>
      <a:lvl4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4pPr>
      <a:lvl5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5pPr>
      <a:lvl6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6pPr>
      <a:lvl7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7pPr>
      <a:lvl8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8pPr>
      <a:lvl9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 spd="med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1">
            <a:extLst>
              <a:ext uri="{FF2B5EF4-FFF2-40B4-BE49-F238E27FC236}">
                <a16:creationId xmlns:a16="http://schemas.microsoft.com/office/drawing/2014/main" id="{878999BC-A0B1-E857-E172-FE7864A20E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TW"/>
          </a:p>
        </p:txBody>
      </p:sp>
    </p:spTree>
    <p:extLst>
      <p:ext uri="{BB962C8B-B14F-4D97-AF65-F5344CB8AC3E}">
        <p14:creationId xmlns:p14="http://schemas.microsoft.com/office/powerpoint/2010/main" val="4117252857"/>
      </p:ext>
    </p:extLst>
  </p:cSld>
  <p:clrMapOvr>
    <a:masterClrMapping/>
  </p:clrMapOvr>
  <p:transition spd="med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 spd="med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795632-2C59-8A50-4A08-813D976E3C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TW"/>
          </a:p>
        </p:txBody>
      </p:sp>
    </p:spTree>
    <p:extLst>
      <p:ext uri="{BB962C8B-B14F-4D97-AF65-F5344CB8AC3E}">
        <p14:creationId xmlns:p14="http://schemas.microsoft.com/office/powerpoint/2010/main" val="680697127"/>
      </p:ext>
    </p:extLst>
  </p:cSld>
  <p:clrMapOvr>
    <a:masterClrMapping/>
  </p:clrMapOvr>
  <p:transition spd="med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1DDE293D-DB16-58E4-3D84-AB4AF7EA8A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TW"/>
          </a:p>
        </p:txBody>
      </p:sp>
    </p:spTree>
    <p:extLst>
      <p:ext uri="{BB962C8B-B14F-4D97-AF65-F5344CB8AC3E}">
        <p14:creationId xmlns:p14="http://schemas.microsoft.com/office/powerpoint/2010/main" val="673235073"/>
      </p:ext>
    </p:extLst>
  </p:cSld>
  <p:clrMapOvr>
    <a:masterClrMapping/>
  </p:clrMapOvr>
  <p:transition spd="med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3E86BF-B750-8630-F533-95C9825056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TW"/>
          </a:p>
        </p:txBody>
      </p:sp>
    </p:spTree>
    <p:extLst>
      <p:ext uri="{BB962C8B-B14F-4D97-AF65-F5344CB8AC3E}">
        <p14:creationId xmlns:p14="http://schemas.microsoft.com/office/powerpoint/2010/main" val="3764795823"/>
      </p:ext>
    </p:extLst>
  </p:cSld>
  <p:clrMapOvr>
    <a:masterClrMapping/>
  </p:clrMapOvr>
  <p:transition spd="med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7753DF-62C7-CACF-2F1E-FE1ED73033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7732BB9A-E3BA-9009-9696-7FDF6BB5DE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TW"/>
          </a:p>
        </p:txBody>
      </p:sp>
    </p:spTree>
    <p:extLst>
      <p:ext uri="{BB962C8B-B14F-4D97-AF65-F5344CB8AC3E}">
        <p14:creationId xmlns:p14="http://schemas.microsoft.com/office/powerpoint/2010/main" val="1611041695"/>
      </p:ext>
    </p:extLst>
  </p:cSld>
  <p:clrMapOvr>
    <a:masterClrMapping/>
  </p:clrMapOvr>
  <p:transition spd="med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66C9E4DD-5A2E-C2CE-77E8-C762C31A0C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TW"/>
          </a:p>
        </p:txBody>
      </p:sp>
    </p:spTree>
    <p:extLst>
      <p:ext uri="{BB962C8B-B14F-4D97-AF65-F5344CB8AC3E}">
        <p14:creationId xmlns:p14="http://schemas.microsoft.com/office/powerpoint/2010/main" val="2396122164"/>
      </p:ext>
    </p:extLst>
  </p:cSld>
  <p:clrMapOvr>
    <a:masterClrMapping/>
  </p:clrMapOvr>
  <p:transition spd="med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3AE9A13A-319B-02A1-4E80-6A57D7C842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TW"/>
          </a:p>
        </p:txBody>
      </p:sp>
    </p:spTree>
    <p:extLst>
      <p:ext uri="{BB962C8B-B14F-4D97-AF65-F5344CB8AC3E}">
        <p14:creationId xmlns:p14="http://schemas.microsoft.com/office/powerpoint/2010/main" val="1889653536"/>
      </p:ext>
    </p:extLst>
  </p:cSld>
  <p:clrMapOvr>
    <a:masterClrMapping/>
  </p:clrMapOvr>
  <p:transition spd="med"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233EAA-6FB8-50EB-C96A-DA4E90779A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TW"/>
          </a:p>
        </p:txBody>
      </p:sp>
    </p:spTree>
    <p:extLst>
      <p:ext uri="{BB962C8B-B14F-4D97-AF65-F5344CB8AC3E}">
        <p14:creationId xmlns:p14="http://schemas.microsoft.com/office/powerpoint/2010/main" val="96637467"/>
      </p:ext>
    </p:extLst>
  </p:cSld>
  <p:clrMapOvr>
    <a:masterClrMapping/>
  </p:clrMapOvr>
  <p:transition spd="med"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4EBDC0-6416-5F41-2D50-2C7C597334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endParaRPr lang="en-TW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6219623-27D9-0428-5747-5009C2BF601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TW"/>
          </a:p>
        </p:txBody>
      </p:sp>
    </p:spTree>
    <p:extLst>
      <p:ext uri="{BB962C8B-B14F-4D97-AF65-F5344CB8AC3E}">
        <p14:creationId xmlns:p14="http://schemas.microsoft.com/office/powerpoint/2010/main" val="3818655786"/>
      </p:ext>
    </p:extLst>
  </p:cSld>
  <p:clrMapOvr>
    <a:masterClrMapping/>
  </p:clrMapOvr>
  <p:transition spd="med"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2639437C-3B8C-69AB-387F-A4ED2EB9DA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TW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DD882B71-9E73-496E-A852-04CC46E4F43B}"/>
              </a:ext>
            </a:extLst>
          </p:cNvPr>
          <p:cNvSpPr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endParaRPr lang="en-TW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538953AB-35D8-069C-E8DC-CDEA68D88AF1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/>
        <p:txBody>
          <a:bodyPr/>
          <a:lstStyle/>
          <a:p>
            <a:endParaRPr lang="en-TW"/>
          </a:p>
        </p:txBody>
      </p:sp>
    </p:spTree>
    <p:extLst>
      <p:ext uri="{BB962C8B-B14F-4D97-AF65-F5344CB8AC3E}">
        <p14:creationId xmlns:p14="http://schemas.microsoft.com/office/powerpoint/2010/main" val="3607243125"/>
      </p:ext>
    </p:extLst>
  </p:cSld>
  <p:clrMapOvr>
    <a:masterClrMapping/>
  </p:clrMapOvr>
  <p:transition spd="med"/>
</p:sld>
</file>

<file path=ppt/theme/theme1.xml><?xml version="1.0" encoding="utf-8"?>
<a:theme xmlns:a="http://schemas.openxmlformats.org/drawingml/2006/main" name="1_Office Theme">
  <a:themeElements>
    <a:clrScheme name="1_Office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FF00FF"/>
      </a:folHlink>
    </a:clrScheme>
    <a:fontScheme name="1_Office Theme">
      <a:majorFont>
        <a:latin typeface="Calibri"/>
        <a:ea typeface="Calibri"/>
        <a:cs typeface="Calibri"/>
      </a:majorFont>
      <a:minorFont>
        <a:latin typeface="Helvetica"/>
        <a:ea typeface="Helvetica"/>
        <a:cs typeface="Helvetica"/>
      </a:minorFont>
    </a:fontScheme>
    <a:fmtScheme name="1_Office Them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381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381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25400" cap="flat">
          <a:solidFill>
            <a:schemeClr val="accent1"/>
          </a:solidFill>
          <a:prstDash val="solid"/>
          <a:round/>
        </a:ln>
        <a:effectLst>
          <a:outerShdw blurRad="38100" dist="23000" dir="5400000" rotWithShape="0">
            <a:srgbClr val="000000">
              <a:alpha val="35000"/>
            </a:srgbClr>
          </a:outerShdw>
        </a:effectLst>
        <a:sp3d/>
      </a:spPr>
      <a:bodyPr rot="0" spcFirstLastPara="1" vertOverflow="overflow" horzOverflow="overflow" vert="horz" wrap="square" lIns="45718" tIns="45718" rIns="45718" bIns="45718" numCol="1" spcCol="38100" rtlCol="0" anchor="ctr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round/>
        </a:ln>
        <a:effectLst>
          <a:outerShdw blurRad="38100" dist="23000" dir="5400000" rotWithShape="0">
            <a:srgbClr val="000000">
              <a:alpha val="35000"/>
            </a:srgbClr>
          </a:outerShdw>
        </a:effectLst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0" tIns="0" rIns="0" bIns="0" numCol="1" spcCol="38100" rtlCol="0" anchor="t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ppt/theme/theme2.xml><?xml version="1.0" encoding="utf-8"?>
<a:theme xmlns:a="http://schemas.openxmlformats.org/drawingml/2006/main" name="1_Office Theme">
  <a:themeElements>
    <a:clrScheme name="1_Office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FF00FF"/>
      </a:folHlink>
    </a:clrScheme>
    <a:fontScheme name="1_Office Theme">
      <a:majorFont>
        <a:latin typeface="Calibri"/>
        <a:ea typeface="Calibri"/>
        <a:cs typeface="Calibri"/>
      </a:majorFont>
      <a:minorFont>
        <a:latin typeface="Helvetica"/>
        <a:ea typeface="Helvetica"/>
        <a:cs typeface="Helvetica"/>
      </a:minorFont>
    </a:fontScheme>
    <a:fmtScheme name="1_Office Them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381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381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25400" cap="flat">
          <a:solidFill>
            <a:schemeClr val="accent1"/>
          </a:solidFill>
          <a:prstDash val="solid"/>
          <a:round/>
        </a:ln>
        <a:effectLst>
          <a:outerShdw blurRad="38100" dist="23000" dir="5400000" rotWithShape="0">
            <a:srgbClr val="000000">
              <a:alpha val="35000"/>
            </a:srgbClr>
          </a:outerShdw>
        </a:effectLst>
        <a:sp3d/>
      </a:spPr>
      <a:bodyPr rot="0" spcFirstLastPara="1" vertOverflow="overflow" horzOverflow="overflow" vert="horz" wrap="square" lIns="45718" tIns="45718" rIns="45718" bIns="45718" numCol="1" spcCol="38100" rtlCol="0" anchor="ctr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round/>
        </a:ln>
        <a:effectLst>
          <a:outerShdw blurRad="38100" dist="23000" dir="5400000" rotWithShape="0">
            <a:srgbClr val="000000">
              <a:alpha val="35000"/>
            </a:srgbClr>
          </a:outerShdw>
        </a:effectLst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0" tIns="0" rIns="0" bIns="0" numCol="1" spcCol="38100" rtlCol="0" anchor="t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1125</TotalTime>
  <Words>0</Words>
  <Application>Microsoft Macintosh PowerPoint</Application>
  <PresentationFormat>Custom</PresentationFormat>
  <Paragraphs>0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DFXingKaiW5-B5</vt:lpstr>
      <vt:lpstr>DFYanKaiW7-B5</vt:lpstr>
      <vt:lpstr>Calibri</vt:lpstr>
      <vt:lpstr>1_Office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簡報</dc:title>
  <cp:lastModifiedBy>B112045001</cp:lastModifiedBy>
  <cp:revision>35</cp:revision>
  <dcterms:modified xsi:type="dcterms:W3CDTF">2026-09-13T19:56:21Z</dcterms:modified>
</cp:coreProperties>
</file>