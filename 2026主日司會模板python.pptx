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73" r:id="rId3"/>
    <p:sldId id="258" r:id="rId4"/>
    <p:sldId id="274" r:id="rId5"/>
    <p:sldId id="276" r:id="rId6"/>
    <p:sldId id="275" r:id="rId7"/>
    <p:sldId id="277" r:id="rId8"/>
    <p:sldId id="278" r:id="rId9"/>
    <p:sldId id="279" r:id="rId10"/>
    <p:sldId id="280" r:id="rId11"/>
    <p:sldId id="281" r:id="rId12"/>
    <p:sldId id="282" r:id="rId13"/>
  </p:sldIdLst>
  <p:sldSz cx="18288000" cy="10287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C8E9C"/>
    <a:srgbClr val="CAA239"/>
    <a:srgbClr val="ADC8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73"/>
    <p:restoredTop sz="94681"/>
  </p:normalViewPr>
  <p:slideViewPr>
    <p:cSldViewPr snapToGrid="0">
      <p:cViewPr varScale="1">
        <p:scale>
          <a:sx n="58" d="100"/>
          <a:sy n="58" d="100"/>
        </p:scale>
        <p:origin x="224" y="7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400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Shape 118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9" name="Shape 119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tif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tiff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禮拜前禱告預備">
    <p:bg>
      <p:bgPr>
        <a:blipFill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4"/>
          <p:cNvSpPr txBox="1"/>
          <p:nvPr/>
        </p:nvSpPr>
        <p:spPr>
          <a:xfrm>
            <a:off x="666750" y="1670524"/>
            <a:ext cx="16954500" cy="4875181"/>
          </a:xfrm>
          <a:prstGeom prst="rect">
            <a:avLst/>
          </a:prstGeom>
          <a:ln w="12700">
            <a:miter lim="400000"/>
          </a:ln>
          <a:effectLst>
            <a:outerShdw blurRad="50800" dist="63500" dir="2700000" rotWithShape="0">
              <a:srgbClr val="FFFFFF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algn="ctr">
              <a:lnSpc>
                <a:spcPct val="120000"/>
              </a:lnSpc>
              <a:defRPr sz="6600">
                <a:solidFill>
                  <a:srgbClr val="BC8B47"/>
                </a:solidFill>
                <a:latin typeface="DFPYanKaiW5-B5"/>
                <a:ea typeface="DFPYanKaiW5-B5"/>
                <a:cs typeface="DFPYanKaiW5-B5"/>
                <a:sym typeface="DFPYanKaiW5-B5"/>
              </a:defRPr>
            </a:pPr>
            <a:r>
              <a:rPr b="1" dirty="0">
                <a:effectLst/>
              </a:rPr>
              <a:t>禮拜開始前30分鐘</a:t>
            </a:r>
          </a:p>
          <a:p>
            <a:pPr algn="ctr">
              <a:lnSpc>
                <a:spcPct val="120000"/>
              </a:lnSpc>
              <a:defRPr sz="6600">
                <a:solidFill>
                  <a:srgbClr val="BC8B47"/>
                </a:solidFill>
                <a:latin typeface="DFPYanKaiW5-B5"/>
                <a:ea typeface="DFPYanKaiW5-B5"/>
                <a:cs typeface="DFPYanKaiW5-B5"/>
                <a:sym typeface="DFPYanKaiW5-B5"/>
              </a:defRPr>
            </a:pPr>
            <a:r>
              <a:rPr b="1" dirty="0" err="1">
                <a:effectLst/>
              </a:rPr>
              <a:t>要為了能好好地獻上禮拜並融入話語禱告</a:t>
            </a:r>
            <a:r>
              <a:rPr b="1" dirty="0">
                <a:effectLst/>
              </a:rPr>
              <a:t>！</a:t>
            </a:r>
          </a:p>
          <a:p>
            <a:pPr algn="ctr">
              <a:lnSpc>
                <a:spcPct val="120000"/>
              </a:lnSpc>
              <a:defRPr sz="6600">
                <a:solidFill>
                  <a:srgbClr val="BC8B47"/>
                </a:solidFill>
                <a:latin typeface="DFPYanKaiW5-B5"/>
                <a:ea typeface="DFPYanKaiW5-B5"/>
                <a:cs typeface="DFPYanKaiW5-B5"/>
                <a:sym typeface="DFPYanKaiW5-B5"/>
              </a:defRPr>
            </a:pPr>
            <a:r>
              <a:rPr b="1" dirty="0" err="1">
                <a:effectLst/>
              </a:rPr>
              <a:t>為了能好好地聆聽話語</a:t>
            </a:r>
            <a:r>
              <a:rPr b="1" dirty="0">
                <a:effectLst/>
              </a:rPr>
              <a:t>、</a:t>
            </a:r>
            <a:endParaRPr lang="en-US" b="1" dirty="0">
              <a:effectLst/>
            </a:endParaRPr>
          </a:p>
          <a:p>
            <a:pPr algn="ctr">
              <a:lnSpc>
                <a:spcPct val="120000"/>
              </a:lnSpc>
              <a:defRPr sz="6600">
                <a:solidFill>
                  <a:srgbClr val="BC8B47"/>
                </a:solidFill>
                <a:latin typeface="DFPYanKaiW5-B5"/>
                <a:ea typeface="DFPYanKaiW5-B5"/>
                <a:cs typeface="DFPYanKaiW5-B5"/>
                <a:sym typeface="DFPYanKaiW5-B5"/>
              </a:defRPr>
            </a:pPr>
            <a:r>
              <a:rPr b="1" dirty="0" err="1">
                <a:effectLst/>
              </a:rPr>
              <a:t>不要打瞌睡等各方面懇切的禱告</a:t>
            </a:r>
            <a:r>
              <a:rPr b="1" dirty="0">
                <a:effectLst/>
              </a:rPr>
              <a:t>！</a:t>
            </a:r>
          </a:p>
        </p:txBody>
      </p:sp>
      <p:sp>
        <p:nvSpPr>
          <p:cNvPr id="14" name="TextBox 9"/>
          <p:cNvSpPr txBox="1"/>
          <p:nvPr/>
        </p:nvSpPr>
        <p:spPr>
          <a:xfrm>
            <a:off x="5243128" y="8449682"/>
            <a:ext cx="7801744" cy="738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b">
            <a:spAutoFit/>
          </a:bodyPr>
          <a:lstStyle>
            <a:lvl1pPr algn="ctr">
              <a:lnSpc>
                <a:spcPts val="3600"/>
              </a:lnSpc>
              <a:defRPr sz="4800">
                <a:solidFill>
                  <a:srgbClr val="5E9184"/>
                </a:solidFill>
                <a:latin typeface="DFXingKaiW5-B5"/>
                <a:ea typeface="DFXingKaiW5-B5"/>
                <a:cs typeface="DFXingKaiW5-B5"/>
                <a:sym typeface="DFXingKaiW5-B5"/>
              </a:defRPr>
            </a:lvl1pPr>
          </a:lstStyle>
          <a:p>
            <a:pPr>
              <a:lnSpc>
                <a:spcPct val="100000"/>
              </a:lnSpc>
            </a:pPr>
            <a:r>
              <a:rPr dirty="0"/>
              <a:t>10:00 </a:t>
            </a:r>
            <a:r>
              <a:rPr dirty="0" err="1"/>
              <a:t>主日禮拜開始</a:t>
            </a:r>
            <a:endParaRPr dirty="0"/>
          </a:p>
        </p:txBody>
      </p:sp>
      <p:sp>
        <p:nvSpPr>
          <p:cNvPr id="15" name="- 2018年6月主日禮拜摘錄 -"/>
          <p:cNvSpPr txBox="1"/>
          <p:nvPr/>
        </p:nvSpPr>
        <p:spPr>
          <a:xfrm>
            <a:off x="5159141" y="7001787"/>
            <a:ext cx="7632701" cy="609601"/>
          </a:xfrm>
          <a:prstGeom prst="rect">
            <a:avLst/>
          </a:prstGeom>
          <a:ln w="12700">
            <a:miter lim="400000"/>
          </a:ln>
          <a:effectLst>
            <a:outerShdw blurRad="50800" dist="63500" dir="2700000" rotWithShape="0">
              <a:schemeClr val="accent5">
                <a:satOff val="-6843"/>
                <a:lumOff val="-10705"/>
                <a:alpha val="50000"/>
              </a:scheme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 algn="ctr">
              <a:defRPr sz="4800">
                <a:solidFill>
                  <a:srgbClr val="FFFFFF"/>
                </a:solidFill>
                <a:latin typeface="DFYanKaiW7-B5"/>
                <a:ea typeface="DFYanKaiW7-B5"/>
                <a:cs typeface="DFYanKaiW7-B5"/>
                <a:sym typeface="DFYanKaiW7-B5"/>
              </a:defRPr>
            </a:lvl1pPr>
          </a:lstStyle>
          <a:p>
            <a:r>
              <a:rPr dirty="0"/>
              <a:t>- 2018年6月主日禮拜摘錄 -</a:t>
            </a:r>
          </a:p>
        </p:txBody>
      </p:sp>
      <p:pic>
        <p:nvPicPr>
          <p:cNvPr id="16" name="影像" descr="影像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887" y="363347"/>
            <a:ext cx="4177556" cy="1170381"/>
          </a:xfrm>
          <a:prstGeom prst="rect">
            <a:avLst/>
          </a:prstGeom>
          <a:ln w="12700">
            <a:miter lim="400000"/>
          </a:ln>
          <a:effectLst>
            <a:outerShdw blurRad="50800" dist="63500" dir="2700000" rotWithShape="0">
              <a:srgbClr val="FFFFFF">
                <a:alpha val="50000"/>
              </a:srgbClr>
            </a:outerShdw>
          </a:effectLst>
        </p:spPr>
      </p:pic>
    </p:spTree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3240" userDrawn="1">
          <p15:clr>
            <a:srgbClr val="FBAE40"/>
          </p15:clr>
        </p15:guide>
        <p15:guide id="2" pos="57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主日禮拜＋日期">
    <p:bg>
      <p:bgPr>
        <a:blipFill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4"/>
          <p:cNvSpPr txBox="1"/>
          <p:nvPr/>
        </p:nvSpPr>
        <p:spPr>
          <a:xfrm>
            <a:off x="666750" y="2971800"/>
            <a:ext cx="16954500" cy="2540000"/>
          </a:xfrm>
          <a:prstGeom prst="rect">
            <a:avLst/>
          </a:prstGeom>
          <a:ln w="12700"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20000">
                <a:blipFill rotWithShape="1">
                  <a:blip r:embed="rId3"/>
                  <a:srcRect/>
                  <a:tile tx="0" ty="0" sx="100000" sy="100000" flip="none" algn="tl"/>
                </a:blipFill>
                <a:latin typeface="DFYanKaiW7-B5"/>
                <a:ea typeface="DFYanKaiW7-B5"/>
                <a:cs typeface="DFYanKaiW7-B5"/>
                <a:sym typeface="DFYanKaiW7-B5"/>
              </a:defRPr>
            </a:lvl1pPr>
          </a:lstStyle>
          <a:p>
            <a:r>
              <a:rPr dirty="0" err="1"/>
              <a:t>主日禮拜</a:t>
            </a:r>
            <a:endParaRPr dirty="0"/>
          </a:p>
        </p:txBody>
      </p:sp>
      <p:sp>
        <p:nvSpPr>
          <p:cNvPr id="25" name="TextBox 4"/>
          <p:cNvSpPr txBox="1"/>
          <p:nvPr/>
        </p:nvSpPr>
        <p:spPr>
          <a:xfrm>
            <a:off x="704850" y="1893734"/>
            <a:ext cx="16954500" cy="838201"/>
          </a:xfrm>
          <a:prstGeom prst="rect">
            <a:avLst/>
          </a:prstGeom>
          <a:ln w="12700">
            <a:miter lim="400000"/>
          </a:ln>
          <a:effectLst>
            <a:outerShdw blurRad="190500" dist="12700" dir="5400000" rotWithShape="0">
              <a:srgbClr val="AE9D00"/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600">
                <a:solidFill>
                  <a:srgbClr val="FFFFFF"/>
                </a:solidFill>
                <a:latin typeface="DFXingKaiW5-B5"/>
                <a:ea typeface="DFXingKaiW5-B5"/>
                <a:cs typeface="DFXingKaiW5-B5"/>
                <a:sym typeface="DFXingKaiW5-B5"/>
              </a:defRPr>
            </a:lvl1pPr>
          </a:lstStyle>
          <a:p>
            <a:r>
              <a:t>奔跑之年</a:t>
            </a:r>
          </a:p>
        </p:txBody>
      </p:sp>
      <p:sp>
        <p:nvSpPr>
          <p:cNvPr id="26" name="TextBox 4"/>
          <p:cNvSpPr txBox="1"/>
          <p:nvPr/>
        </p:nvSpPr>
        <p:spPr>
          <a:xfrm>
            <a:off x="666750" y="6183512"/>
            <a:ext cx="16954500" cy="1193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7500">
                <a:solidFill>
                  <a:srgbClr val="B7BA7E"/>
                </a:solidFill>
                <a:latin typeface="Snell Roundhand"/>
                <a:ea typeface="Snell Roundhand"/>
                <a:cs typeface="Snell Roundhand"/>
                <a:sym typeface="Snell Roundhand"/>
              </a:defRPr>
            </a:lvl1pPr>
          </a:lstStyle>
          <a:p>
            <a:r>
              <a:rPr b="1" dirty="0"/>
              <a:t>Sunday Service</a:t>
            </a:r>
          </a:p>
        </p:txBody>
      </p:sp>
      <p:sp>
        <p:nvSpPr>
          <p:cNvPr id="27" name="2026年XX月XX日"/>
          <p:cNvSpPr txBox="1">
            <a:spLocks noGrp="1"/>
          </p:cNvSpPr>
          <p:nvPr>
            <p:ph type="title" hasCustomPrompt="1"/>
          </p:nvPr>
        </p:nvSpPr>
        <p:spPr>
          <a:xfrm>
            <a:off x="5029200" y="8165551"/>
            <a:ext cx="8229601" cy="1143002"/>
          </a:xfrm>
          <a:prstGeom prst="rect">
            <a:avLst/>
          </a:prstGeom>
        </p:spPr>
        <p:txBody>
          <a:bodyPr anchor="b"/>
          <a:lstStyle>
            <a:lvl1pPr algn="ctr">
              <a:lnSpc>
                <a:spcPts val="3600"/>
              </a:lnSpc>
              <a:defRPr sz="6000">
                <a:solidFill>
                  <a:srgbClr val="5C8E9C"/>
                </a:solidFill>
                <a:latin typeface="DFXingKaiW5-B5"/>
                <a:ea typeface="DFXingKaiW5-B5"/>
                <a:cs typeface="DFXingKaiW5-B5"/>
                <a:sym typeface="DFXingKaiW5-B5"/>
              </a:defRPr>
            </a:lvl1pPr>
          </a:lstStyle>
          <a:p>
            <a:r>
              <a:t>2026年XX月XX日</a:t>
            </a:r>
          </a:p>
        </p:txBody>
      </p:sp>
      <p:pic>
        <p:nvPicPr>
          <p:cNvPr id="28" name="影像" descr="影像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936779" y="5867158"/>
            <a:ext cx="4724759" cy="369896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箴言交讀_首頁">
    <p:bg>
      <p:bgPr>
        <a:blipFill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7"/>
          <p:cNvSpPr txBox="1"/>
          <p:nvPr/>
        </p:nvSpPr>
        <p:spPr>
          <a:xfrm>
            <a:off x="4288340" y="3009900"/>
            <a:ext cx="9711320" cy="21544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4000">
                <a:solidFill>
                  <a:srgbClr val="D48E5D"/>
                </a:solidFill>
                <a:latin typeface="DFXingKaiW5-B5"/>
                <a:ea typeface="DFXingKaiW5-B5"/>
                <a:cs typeface="DFXingKaiW5-B5"/>
                <a:sym typeface="DFXingKaiW5-B5"/>
              </a:defRPr>
            </a:lvl1pPr>
          </a:lstStyle>
          <a:p>
            <a:r>
              <a:rPr dirty="0" err="1">
                <a:effectLst>
                  <a:outerShdw blurRad="50800" dist="50800" dir="5400000" algn="ctr" rotWithShape="0">
                    <a:schemeClr val="bg1"/>
                  </a:outerShdw>
                </a:effectLst>
              </a:rPr>
              <a:t>箴言交讀文</a:t>
            </a:r>
            <a:endParaRPr dirty="0">
              <a:effectLst>
                <a:outerShdw blurRad="50800" dist="50800" dir="5400000" algn="ctr" rotWithShape="0">
                  <a:schemeClr val="bg1"/>
                </a:outerShdw>
              </a:effectLst>
            </a:endParaRPr>
          </a:p>
        </p:txBody>
      </p:sp>
      <p:sp>
        <p:nvSpPr>
          <p:cNvPr id="37" name="TextBox 9"/>
          <p:cNvSpPr txBox="1"/>
          <p:nvPr/>
        </p:nvSpPr>
        <p:spPr>
          <a:xfrm>
            <a:off x="2109740" y="6217256"/>
            <a:ext cx="14068520" cy="1015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6600">
                <a:solidFill>
                  <a:srgbClr val="5E9184"/>
                </a:solidFill>
                <a:latin typeface="DFYanKaiW7-B5"/>
                <a:ea typeface="DFYanKaiW7-B5"/>
                <a:cs typeface="DFYanKaiW7-B5"/>
                <a:sym typeface="DFYanKaiW7-B5"/>
              </a:defRPr>
            </a:lvl1pPr>
          </a:lstStyle>
          <a:p>
            <a:r>
              <a:rPr dirty="0" err="1">
                <a:effectLst/>
              </a:rPr>
              <a:t>信仰告白</a:t>
            </a:r>
            <a:endParaRPr dirty="0">
              <a:effectLst/>
            </a:endParaRPr>
          </a:p>
        </p:txBody>
      </p:sp>
      <p:pic>
        <p:nvPicPr>
          <p:cNvPr id="38" name="影像" descr="影像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480950" y="6010004"/>
            <a:ext cx="2857566" cy="1499847"/>
          </a:xfrm>
          <a:prstGeom prst="rect">
            <a:avLst/>
          </a:prstGeom>
          <a:ln w="12700">
            <a:miter lim="400000"/>
          </a:ln>
        </p:spPr>
      </p:pic>
      <p:pic>
        <p:nvPicPr>
          <p:cNvPr id="39" name="影像" descr="影像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034152" y="6010004"/>
            <a:ext cx="2857565" cy="149984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司會奉讀箴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Box 3"/>
          <p:cNvSpPr txBox="1"/>
          <p:nvPr/>
        </p:nvSpPr>
        <p:spPr>
          <a:xfrm>
            <a:off x="4288342" y="622598"/>
            <a:ext cx="9711319" cy="1282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10000"/>
              </a:lnSpc>
              <a:defRPr sz="8800">
                <a:solidFill>
                  <a:srgbClr val="CAA939"/>
                </a:solidFill>
                <a:latin typeface="DFXingKaiW5-B5"/>
                <a:ea typeface="DFXingKaiW5-B5"/>
                <a:cs typeface="DFXingKaiW5-B5"/>
                <a:sym typeface="DFXingKaiW5-B5"/>
              </a:defRPr>
            </a:lvl1pPr>
          </a:lstStyle>
          <a:p>
            <a:r>
              <a:rPr dirty="0" err="1">
                <a:effectLst>
                  <a:outerShdw blurRad="50800" dist="50800" dir="5400000" algn="ctr" rotWithShape="0">
                    <a:schemeClr val="bg1"/>
                  </a:outerShdw>
                </a:effectLst>
              </a:rPr>
              <a:t>司會</a:t>
            </a:r>
            <a:endParaRPr dirty="0">
              <a:effectLst>
                <a:outerShdw blurRad="50800" dist="50800" dir="5400000" algn="ctr" rotWithShape="0">
                  <a:schemeClr val="bg1"/>
                </a:outerShdw>
              </a:effectLst>
            </a:endParaRPr>
          </a:p>
        </p:txBody>
      </p:sp>
      <p:sp>
        <p:nvSpPr>
          <p:cNvPr id="48" name="司會奉讀箴言（阿們！）"/>
          <p:cNvSpPr txBox="1">
            <a:spLocks noGrp="1"/>
          </p:cNvSpPr>
          <p:nvPr>
            <p:ph type="title" hasCustomPrompt="1"/>
          </p:nvPr>
        </p:nvSpPr>
        <p:spPr>
          <a:xfrm>
            <a:off x="1447800" y="2122444"/>
            <a:ext cx="15392400" cy="6970458"/>
          </a:xfrm>
          <a:prstGeom prst="rect">
            <a:avLst/>
          </a:prstGeom>
        </p:spPr>
        <p:txBody>
          <a:bodyPr anchor="t"/>
          <a:lstStyle>
            <a:lvl1pPr>
              <a:lnSpc>
                <a:spcPct val="100000"/>
              </a:lnSpc>
              <a:defRPr>
                <a:effectLst>
                  <a:outerShdw blurRad="50800" dist="50800" dir="2700000" algn="tl" rotWithShape="0">
                    <a:schemeClr val="bg1">
                      <a:alpha val="80000"/>
                    </a:schemeClr>
                  </a:outerShdw>
                </a:effectLst>
              </a:defRPr>
            </a:lvl1pPr>
          </a:lstStyle>
          <a:p>
            <a:r>
              <a:rPr dirty="0" err="1"/>
              <a:t>司會奉讀箴言（阿們</a:t>
            </a:r>
            <a:r>
              <a:rPr dirty="0"/>
              <a:t>！）</a:t>
            </a:r>
          </a:p>
        </p:txBody>
      </p:sp>
      <p:pic>
        <p:nvPicPr>
          <p:cNvPr id="49" name="影像" descr="影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5485" y="491999"/>
            <a:ext cx="2857565" cy="1499846"/>
          </a:xfrm>
          <a:prstGeom prst="rect">
            <a:avLst/>
          </a:prstGeom>
          <a:ln w="12700">
            <a:miter lim="400000"/>
          </a:ln>
        </p:spPr>
      </p:pic>
      <p:pic>
        <p:nvPicPr>
          <p:cNvPr id="50" name="影像" descr="影像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5083" y="491999"/>
            <a:ext cx="2857566" cy="1499846"/>
          </a:xfrm>
          <a:prstGeom prst="rect">
            <a:avLst/>
          </a:prstGeom>
          <a:ln w="12700">
            <a:miter lim="400000"/>
          </a:ln>
        </p:spPr>
      </p:pic>
      <p:sp>
        <p:nvSpPr>
          <p:cNvPr id="51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會眾奉讀箴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Box 3"/>
          <p:cNvSpPr txBox="1"/>
          <p:nvPr/>
        </p:nvSpPr>
        <p:spPr>
          <a:xfrm>
            <a:off x="4288342" y="622598"/>
            <a:ext cx="9711319" cy="1282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10000"/>
              </a:lnSpc>
              <a:defRPr sz="8800">
                <a:solidFill>
                  <a:srgbClr val="85BB97"/>
                </a:solidFill>
                <a:latin typeface="DFXingKaiW5-B5"/>
                <a:ea typeface="DFXingKaiW5-B5"/>
                <a:cs typeface="DFXingKaiW5-B5"/>
                <a:sym typeface="DFXingKaiW5-B5"/>
              </a:defRPr>
            </a:lvl1pPr>
          </a:lstStyle>
          <a:p>
            <a:r>
              <a:rPr dirty="0" err="1">
                <a:effectLst>
                  <a:outerShdw blurRad="50800" dist="50800" dir="5400000" algn="ctr" rotWithShape="0">
                    <a:schemeClr val="bg1"/>
                  </a:outerShdw>
                </a:effectLst>
              </a:rPr>
              <a:t>會眾</a:t>
            </a:r>
            <a:endParaRPr dirty="0">
              <a:effectLst>
                <a:outerShdw blurRad="50800" dist="50800" dir="5400000" algn="ctr" rotWithShape="0">
                  <a:schemeClr val="bg1"/>
                </a:outerShdw>
              </a:effectLst>
            </a:endParaRPr>
          </a:p>
        </p:txBody>
      </p:sp>
      <p:sp>
        <p:nvSpPr>
          <p:cNvPr id="59" name="會眾奉讀箴言（阿們！）"/>
          <p:cNvSpPr txBox="1">
            <a:spLocks noGrp="1"/>
          </p:cNvSpPr>
          <p:nvPr>
            <p:ph type="title" hasCustomPrompt="1"/>
          </p:nvPr>
        </p:nvSpPr>
        <p:spPr>
          <a:xfrm>
            <a:off x="1447800" y="2122444"/>
            <a:ext cx="15392400" cy="6970458"/>
          </a:xfrm>
          <a:prstGeom prst="rect">
            <a:avLst/>
          </a:prstGeom>
        </p:spPr>
        <p:txBody>
          <a:bodyPr anchor="t"/>
          <a:lstStyle>
            <a:lvl1pPr>
              <a:lnSpc>
                <a:spcPct val="100000"/>
              </a:lnSpc>
              <a:defRPr>
                <a:solidFill>
                  <a:srgbClr val="5E9184"/>
                </a:solidFill>
                <a:effectLst>
                  <a:outerShdw blurRad="50800" dist="50800" dir="2700000" algn="tl" rotWithShape="0">
                    <a:schemeClr val="bg1">
                      <a:alpha val="80000"/>
                    </a:schemeClr>
                  </a:outerShdw>
                </a:effectLst>
              </a:defRPr>
            </a:lvl1pPr>
          </a:lstStyle>
          <a:p>
            <a:r>
              <a:rPr dirty="0" err="1"/>
              <a:t>會眾奉讀箴言（阿們</a:t>
            </a:r>
            <a:r>
              <a:rPr dirty="0"/>
              <a:t>！）</a:t>
            </a:r>
          </a:p>
        </p:txBody>
      </p:sp>
      <p:pic>
        <p:nvPicPr>
          <p:cNvPr id="60" name="影像" descr="影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5485" y="491999"/>
            <a:ext cx="2857565" cy="1499846"/>
          </a:xfrm>
          <a:prstGeom prst="rect">
            <a:avLst/>
          </a:prstGeom>
          <a:ln w="12700">
            <a:miter lim="400000"/>
          </a:ln>
        </p:spPr>
      </p:pic>
      <p:pic>
        <p:nvPicPr>
          <p:cNvPr id="61" name="影像" descr="影像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5083" y="491999"/>
            <a:ext cx="2857566" cy="1499846"/>
          </a:xfrm>
          <a:prstGeom prst="rect">
            <a:avLst/>
          </a:prstGeom>
          <a:ln w="12700">
            <a:miter lim="400000"/>
          </a:ln>
        </p:spPr>
      </p:pic>
      <p:sp>
        <p:nvSpPr>
          <p:cNvPr id="62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全體奉讀箴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3"/>
          <p:cNvSpPr txBox="1"/>
          <p:nvPr/>
        </p:nvSpPr>
        <p:spPr>
          <a:xfrm>
            <a:off x="4288342" y="622598"/>
            <a:ext cx="9711319" cy="1282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10000"/>
              </a:lnSpc>
              <a:defRPr sz="8800">
                <a:solidFill>
                  <a:srgbClr val="948A54"/>
                </a:solidFill>
                <a:latin typeface="DFXingKaiW5-B5"/>
                <a:ea typeface="DFXingKaiW5-B5"/>
                <a:cs typeface="DFXingKaiW5-B5"/>
                <a:sym typeface="DFXingKaiW5-B5"/>
              </a:defRPr>
            </a:lvl1pPr>
          </a:lstStyle>
          <a:p>
            <a:r>
              <a:rPr dirty="0" err="1">
                <a:effectLst>
                  <a:outerShdw blurRad="50800" dist="50800" dir="5400000" algn="ctr" rotWithShape="0">
                    <a:schemeClr val="bg1"/>
                  </a:outerShdw>
                </a:effectLst>
              </a:rPr>
              <a:t>全體</a:t>
            </a:r>
            <a:endParaRPr dirty="0">
              <a:effectLst>
                <a:outerShdw blurRad="50800" dist="50800" dir="5400000" algn="ctr" rotWithShape="0">
                  <a:schemeClr val="bg1"/>
                </a:outerShdw>
              </a:effectLst>
            </a:endParaRPr>
          </a:p>
        </p:txBody>
      </p:sp>
      <p:sp>
        <p:nvSpPr>
          <p:cNvPr id="70" name="全體奉讀箴言（阿們！）"/>
          <p:cNvSpPr txBox="1">
            <a:spLocks noGrp="1"/>
          </p:cNvSpPr>
          <p:nvPr>
            <p:ph type="title" hasCustomPrompt="1"/>
          </p:nvPr>
        </p:nvSpPr>
        <p:spPr>
          <a:xfrm>
            <a:off x="1447800" y="2122444"/>
            <a:ext cx="15392400" cy="6970458"/>
          </a:xfrm>
          <a:prstGeom prst="rect">
            <a:avLst/>
          </a:prstGeom>
        </p:spPr>
        <p:txBody>
          <a:bodyPr anchor="t"/>
          <a:lstStyle>
            <a:lvl1pPr>
              <a:lnSpc>
                <a:spcPct val="100000"/>
              </a:lnSpc>
              <a:defRPr>
                <a:solidFill>
                  <a:srgbClr val="535353"/>
                </a:solidFill>
                <a:effectLst>
                  <a:outerShdw blurRad="50800" dist="50800" dir="2700000" algn="tl" rotWithShape="0">
                    <a:schemeClr val="bg1">
                      <a:alpha val="80000"/>
                    </a:schemeClr>
                  </a:outerShdw>
                </a:effectLst>
              </a:defRPr>
            </a:lvl1pPr>
          </a:lstStyle>
          <a:p>
            <a:r>
              <a:rPr dirty="0" err="1"/>
              <a:t>全體奉讀箴言（阿們</a:t>
            </a:r>
            <a:r>
              <a:rPr dirty="0"/>
              <a:t>！）</a:t>
            </a:r>
          </a:p>
        </p:txBody>
      </p:sp>
      <p:pic>
        <p:nvPicPr>
          <p:cNvPr id="71" name="影像" descr="影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5485" y="491999"/>
            <a:ext cx="2857565" cy="1499846"/>
          </a:xfrm>
          <a:prstGeom prst="rect">
            <a:avLst/>
          </a:prstGeom>
          <a:ln w="12700">
            <a:miter lim="400000"/>
          </a:ln>
        </p:spPr>
      </p:pic>
      <p:pic>
        <p:nvPicPr>
          <p:cNvPr id="72" name="影像" descr="影像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5083" y="491999"/>
            <a:ext cx="2857566" cy="149984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聖經奉讀_首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Box 7"/>
          <p:cNvSpPr txBox="1"/>
          <p:nvPr/>
        </p:nvSpPr>
        <p:spPr>
          <a:xfrm>
            <a:off x="4288340" y="3009900"/>
            <a:ext cx="9711320" cy="21544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4000">
                <a:solidFill>
                  <a:srgbClr val="D48E5D"/>
                </a:solidFill>
                <a:latin typeface="DFXingKaiW5-B5"/>
                <a:ea typeface="DFXingKaiW5-B5"/>
                <a:cs typeface="DFXingKaiW5-B5"/>
                <a:sym typeface="DFXingKaiW5-B5"/>
              </a:defRPr>
            </a:lvl1pPr>
          </a:lstStyle>
          <a:p>
            <a:r>
              <a:rPr dirty="0" err="1">
                <a:effectLst>
                  <a:outerShdw blurRad="50800" dist="50800" dir="5400000" algn="ctr" rotWithShape="0">
                    <a:schemeClr val="bg1"/>
                  </a:outerShdw>
                </a:effectLst>
              </a:rPr>
              <a:t>聖經奉讀</a:t>
            </a:r>
            <a:endParaRPr dirty="0">
              <a:effectLst>
                <a:outerShdw blurRad="50800" dist="50800" dir="5400000" algn="ctr" rotWithShape="0">
                  <a:schemeClr val="bg1"/>
                </a:outerShdw>
              </a:effectLst>
            </a:endParaRPr>
          </a:p>
        </p:txBody>
      </p:sp>
      <p:sp>
        <p:nvSpPr>
          <p:cNvPr id="81" name="聖經章節"/>
          <p:cNvSpPr txBox="1">
            <a:spLocks noGrp="1"/>
          </p:cNvSpPr>
          <p:nvPr>
            <p:ph type="title" hasCustomPrompt="1"/>
          </p:nvPr>
        </p:nvSpPr>
        <p:spPr>
          <a:xfrm>
            <a:off x="2109742" y="5236431"/>
            <a:ext cx="14068515" cy="3046990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lnSpc>
                <a:spcPct val="100000"/>
              </a:lnSpc>
              <a:defRPr sz="6600">
                <a:solidFill>
                  <a:srgbClr val="5E9184"/>
                </a:solidFill>
                <a:effectLst>
                  <a:outerShdw blurRad="50800" dist="50800" dir="2700000" algn="tl" rotWithShape="0">
                    <a:schemeClr val="bg1">
                      <a:alpha val="80000"/>
                    </a:schemeClr>
                  </a:outerShdw>
                </a:effectLst>
              </a:defRPr>
            </a:lvl1pPr>
          </a:lstStyle>
          <a:p>
            <a:r>
              <a:rPr dirty="0" err="1"/>
              <a:t>聖經章節</a:t>
            </a:r>
            <a:endParaRPr dirty="0"/>
          </a:p>
        </p:txBody>
      </p:sp>
      <p:pic>
        <p:nvPicPr>
          <p:cNvPr id="82" name="影像" descr="影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286" y="6010004"/>
            <a:ext cx="2857566" cy="1499847"/>
          </a:xfrm>
          <a:prstGeom prst="rect">
            <a:avLst/>
          </a:prstGeom>
          <a:ln w="12700">
            <a:miter lim="400000"/>
          </a:ln>
        </p:spPr>
      </p:pic>
      <p:pic>
        <p:nvPicPr>
          <p:cNvPr id="83" name="影像" descr="影像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04008" y="6010004"/>
            <a:ext cx="2857566" cy="149984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經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書卷X章X節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 lIns="46800">
            <a:noAutofit/>
          </a:bodyPr>
          <a:lstStyle>
            <a:lvl1pPr>
              <a:defRPr>
                <a:effectLst>
                  <a:outerShdw blurRad="50800" dist="50800" dir="2700000" algn="tl" rotWithShape="0">
                    <a:schemeClr val="bg1">
                      <a:alpha val="80000"/>
                    </a:schemeClr>
                  </a:outerShdw>
                </a:effectLst>
              </a:defRPr>
            </a:lvl1pPr>
          </a:lstStyle>
          <a:p>
            <a:r>
              <a:rPr dirty="0" err="1"/>
              <a:t>書卷X章X節</a:t>
            </a:r>
            <a:endParaRPr dirty="0"/>
          </a:p>
        </p:txBody>
      </p:sp>
      <p:sp>
        <p:nvSpPr>
          <p:cNvPr id="92" name="經文"/>
          <p:cNvSpPr txBox="1">
            <a:spLocks noGrp="1"/>
          </p:cNvSpPr>
          <p:nvPr>
            <p:ph type="body" idx="1" hasCustomPrompt="1"/>
          </p:nvPr>
        </p:nvSpPr>
        <p:spPr>
          <a:xfrm>
            <a:off x="647700" y="2324100"/>
            <a:ext cx="17640300" cy="7315194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7200">
                <a:effectLst>
                  <a:outerShdw blurRad="50800" dist="50800" dir="2700000" algn="tl" rotWithShape="0">
                    <a:schemeClr val="bg1">
                      <a:alpha val="80000"/>
                    </a:schemeClr>
                  </a:outerShdw>
                </a:effectLst>
              </a:defRPr>
            </a:lvl1pPr>
            <a:lvl2pPr>
              <a:defRPr sz="7200">
                <a:effectLst>
                  <a:outerShdw blurRad="50800" dist="50800" dir="2700000" algn="tl" rotWithShape="0">
                    <a:schemeClr val="bg1">
                      <a:alpha val="80000"/>
                    </a:schemeClr>
                  </a:outerShdw>
                </a:effectLst>
              </a:defRPr>
            </a:lvl2pPr>
            <a:lvl3pPr>
              <a:defRPr sz="7200">
                <a:effectLst>
                  <a:outerShdw blurRad="50800" dist="50800" dir="2700000" algn="tl" rotWithShape="0">
                    <a:schemeClr val="bg1">
                      <a:alpha val="80000"/>
                    </a:schemeClr>
                  </a:outerShdw>
                </a:effectLst>
              </a:defRPr>
            </a:lvl3pPr>
            <a:lvl4pPr>
              <a:defRPr sz="7200">
                <a:effectLst>
                  <a:outerShdw blurRad="50800" dist="50800" dir="2700000" algn="tl" rotWithShape="0">
                    <a:schemeClr val="bg1">
                      <a:alpha val="80000"/>
                    </a:schemeClr>
                  </a:outerShdw>
                </a:effectLst>
              </a:defRPr>
            </a:lvl4pPr>
            <a:lvl5pPr>
              <a:defRPr sz="7200">
                <a:effectLst>
                  <a:outerShdw blurRad="50800" dist="50800" dir="2700000" algn="tl" rotWithShape="0">
                    <a:schemeClr val="bg1">
                      <a:alpha val="80000"/>
                    </a:schemeClr>
                  </a:outerShdw>
                </a:effectLst>
              </a:defRPr>
            </a:lvl5pPr>
          </a:lstStyle>
          <a:p>
            <a:r>
              <a:rPr dirty="0" err="1"/>
              <a:t>經文經文</a:t>
            </a:r>
            <a:endParaRPr dirty="0"/>
          </a:p>
          <a:p>
            <a:pPr lvl="1"/>
            <a:endParaRPr dirty="0"/>
          </a:p>
          <a:p>
            <a:pPr lvl="2"/>
            <a:endParaRPr dirty="0"/>
          </a:p>
          <a:p>
            <a:pPr lvl="3"/>
            <a:endParaRPr dirty="0"/>
          </a:p>
          <a:p>
            <a:pPr lvl="4"/>
            <a:endParaRPr dirty="0"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主題頁">
    <p:bg>
      <p:bgPr>
        <a:blipFill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主題"/>
          <p:cNvSpPr txBox="1">
            <a:spLocks noGrp="1"/>
          </p:cNvSpPr>
          <p:nvPr>
            <p:ph type="title" hasCustomPrompt="1"/>
          </p:nvPr>
        </p:nvSpPr>
        <p:spPr>
          <a:xfrm>
            <a:off x="1115285" y="2286000"/>
            <a:ext cx="16057430" cy="2837902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lnSpc>
                <a:spcPct val="100000"/>
              </a:lnSpc>
              <a:defRPr sz="11500">
                <a:solidFill>
                  <a:srgbClr val="CAA239"/>
                </a:solidFill>
                <a:effectLst>
                  <a:outerShdw blurRad="50800" dist="50800" dir="5400000" algn="ctr" rotWithShape="0">
                    <a:schemeClr val="bg1"/>
                  </a:outerShdw>
                </a:effectLst>
              </a:defRPr>
            </a:lvl1pPr>
          </a:lstStyle>
          <a:p>
            <a:r>
              <a:rPr dirty="0" err="1"/>
              <a:t>主題</a:t>
            </a:r>
            <a:endParaRPr dirty="0"/>
          </a:p>
        </p:txBody>
      </p:sp>
      <p:sp>
        <p:nvSpPr>
          <p:cNvPr id="101" name="聖經章節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3043768" y="6456362"/>
            <a:ext cx="12200465" cy="135414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4000">
                <a:solidFill>
                  <a:srgbClr val="C5A081"/>
                </a:solidFill>
              </a:defRPr>
            </a:lvl1pPr>
            <a:lvl2pPr marL="457200" indent="0" algn="ctr">
              <a:buNone/>
              <a:defRPr>
                <a:solidFill>
                  <a:srgbClr val="C5A081"/>
                </a:solidFill>
              </a:defRPr>
            </a:lvl2pPr>
            <a:lvl3pPr marL="914400" indent="0" algn="ctr">
              <a:buNone/>
              <a:defRPr>
                <a:solidFill>
                  <a:srgbClr val="C5A081"/>
                </a:solidFill>
              </a:defRPr>
            </a:lvl3pPr>
            <a:lvl4pPr marL="1371600" indent="0" algn="ctr">
              <a:buNone/>
              <a:defRPr>
                <a:solidFill>
                  <a:srgbClr val="C5A081"/>
                </a:solidFill>
              </a:defRPr>
            </a:lvl4pPr>
            <a:lvl5pPr marL="1828800" indent="0" algn="ctr">
              <a:buNone/>
              <a:defRPr>
                <a:solidFill>
                  <a:srgbClr val="C5A081"/>
                </a:solidFill>
              </a:defRPr>
            </a:lvl5pPr>
          </a:lstStyle>
          <a:p>
            <a:r>
              <a:rPr dirty="0" err="1"/>
              <a:t>聖經章節</a:t>
            </a:r>
            <a:endParaRPr dirty="0"/>
          </a:p>
        </p:txBody>
      </p:sp>
      <p:sp>
        <p:nvSpPr>
          <p:cNvPr id="102" name="日期"/>
          <p:cNvSpPr>
            <a:spLocks noGrp="1"/>
          </p:cNvSpPr>
          <p:nvPr>
            <p:ph type="body" sz="quarter" idx="21" hasCustomPrompt="1"/>
          </p:nvPr>
        </p:nvSpPr>
        <p:spPr>
          <a:xfrm>
            <a:off x="3905248" y="8039099"/>
            <a:ext cx="10515604" cy="918633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4400">
                <a:latin typeface="DFXingKaiW5-B5"/>
                <a:ea typeface="DFXingKaiW5-B5"/>
                <a:cs typeface="DFXingKaiW5-B5"/>
                <a:sym typeface="DFXingKaiW5-B5"/>
              </a:defRPr>
            </a:lvl1pPr>
          </a:lstStyle>
          <a:p>
            <a:r>
              <a:rPr dirty="0"/>
              <a:t>2024年XX月XX日 </a:t>
            </a:r>
            <a:r>
              <a:rPr dirty="0" err="1"/>
              <a:t>主日禮拜</a:t>
            </a:r>
            <a:endParaRPr dirty="0"/>
          </a:p>
        </p:txBody>
      </p:sp>
      <p:pic>
        <p:nvPicPr>
          <p:cNvPr id="103" name="影像" descr="影像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252716" y="6641334"/>
            <a:ext cx="3841073" cy="3010667"/>
          </a:xfrm>
          <a:prstGeom prst="rect">
            <a:avLst/>
          </a:prstGeom>
          <a:ln w="12700">
            <a:miter lim="400000"/>
          </a:ln>
        </p:spPr>
      </p:pic>
      <p:pic>
        <p:nvPicPr>
          <p:cNvPr id="104" name="影像" descr="影像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887" y="363347"/>
            <a:ext cx="4177556" cy="1170381"/>
          </a:xfrm>
          <a:prstGeom prst="rect">
            <a:avLst/>
          </a:prstGeom>
          <a:ln w="12700">
            <a:miter lim="400000"/>
          </a:ln>
          <a:effectLst>
            <a:outerShdw blurRad="50800" dist="63500" dir="2700000" rotWithShape="0">
              <a:srgbClr val="FFFFFF">
                <a:alpha val="50000"/>
              </a:srgbClr>
            </a:outerShdw>
          </a:effectLst>
        </p:spPr>
      </p:pic>
    </p:spTree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3240" userDrawn="1">
          <p15:clr>
            <a:srgbClr val="FBAE40"/>
          </p15:clr>
        </p15:guide>
        <p15:guide id="2" pos="576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rotWithShape="1">
          <a:blip r:embed="rId1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7"/>
          <p:cNvSpPr/>
          <p:nvPr/>
        </p:nvSpPr>
        <p:spPr>
          <a:xfrm>
            <a:off x="647300" y="2095500"/>
            <a:ext cx="11376004" cy="0"/>
          </a:xfrm>
          <a:prstGeom prst="line">
            <a:avLst/>
          </a:prstGeom>
          <a:ln w="38100" cap="rnd">
            <a:solidFill>
              <a:srgbClr val="FFFFFF"/>
            </a:solidFill>
            <a:custDash>
              <a:ds d="100000" sp="200000"/>
            </a:custDash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" name="書卷X章X節"/>
          <p:cNvSpPr txBox="1">
            <a:spLocks noGrp="1"/>
          </p:cNvSpPr>
          <p:nvPr>
            <p:ph type="title" hasCustomPrompt="1"/>
          </p:nvPr>
        </p:nvSpPr>
        <p:spPr>
          <a:xfrm>
            <a:off x="666751" y="647701"/>
            <a:ext cx="14116052" cy="11825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書卷X章X節</a:t>
            </a:r>
          </a:p>
        </p:txBody>
      </p:sp>
      <p:sp>
        <p:nvSpPr>
          <p:cNvPr id="4" name="內文層級一…"/>
          <p:cNvSpPr txBox="1">
            <a:spLocks noGrp="1"/>
          </p:cNvSpPr>
          <p:nvPr>
            <p:ph type="body" idx="1" hasCustomPrompt="1"/>
          </p:nvPr>
        </p:nvSpPr>
        <p:spPr>
          <a:xfrm>
            <a:off x="647700" y="2324100"/>
            <a:ext cx="15278100" cy="7315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經文經文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5" name="影像" descr="影像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525218" y="1345576"/>
            <a:ext cx="2857565" cy="1499848"/>
          </a:xfrm>
          <a:prstGeom prst="rect">
            <a:avLst/>
          </a:prstGeom>
          <a:ln w="12700">
            <a:miter lim="400000"/>
          </a:ln>
        </p:spPr>
      </p:pic>
      <p:sp>
        <p:nvSpPr>
          <p:cNvPr id="6" name="幻燈片編號"/>
          <p:cNvSpPr txBox="1">
            <a:spLocks noGrp="1"/>
          </p:cNvSpPr>
          <p:nvPr>
            <p:ph type="sldNum" sz="quarter" idx="2"/>
          </p:nvPr>
        </p:nvSpPr>
        <p:spPr>
          <a:xfrm>
            <a:off x="12847778" y="9410373"/>
            <a:ext cx="258623" cy="248304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ransition spd="med"/>
  <p:txStyles>
    <p:titleStyle>
      <a:lvl1pPr marL="0" marR="0" indent="0" algn="l" defTabSz="914400" latinLnBrk="0">
        <a:lnSpc>
          <a:spcPts val="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200" b="0" i="0" u="none" strike="noStrike" cap="none" spc="0" baseline="0">
          <a:solidFill>
            <a:srgbClr val="D48E5D"/>
          </a:solidFill>
          <a:uFillTx/>
          <a:latin typeface="DFYanKaiW7-B5"/>
          <a:ea typeface="DFYanKaiW7-B5"/>
          <a:cs typeface="DFYanKaiW7-B5"/>
          <a:sym typeface="DFYanKaiW7-B5"/>
        </a:defRPr>
      </a:lvl1pPr>
      <a:lvl2pPr marL="0" marR="0" indent="0" algn="l" defTabSz="914400" latinLnBrk="0">
        <a:lnSpc>
          <a:spcPts val="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200" b="0" i="0" u="none" strike="noStrike" cap="none" spc="0" baseline="0">
          <a:solidFill>
            <a:srgbClr val="D48E5D"/>
          </a:solidFill>
          <a:uFillTx/>
          <a:latin typeface="DFYanKaiW7-B5"/>
          <a:ea typeface="DFYanKaiW7-B5"/>
          <a:cs typeface="DFYanKaiW7-B5"/>
          <a:sym typeface="DFYanKaiW7-B5"/>
        </a:defRPr>
      </a:lvl2pPr>
      <a:lvl3pPr marL="0" marR="0" indent="0" algn="l" defTabSz="914400" latinLnBrk="0">
        <a:lnSpc>
          <a:spcPts val="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200" b="0" i="0" u="none" strike="noStrike" cap="none" spc="0" baseline="0">
          <a:solidFill>
            <a:srgbClr val="D48E5D"/>
          </a:solidFill>
          <a:uFillTx/>
          <a:latin typeface="DFYanKaiW7-B5"/>
          <a:ea typeface="DFYanKaiW7-B5"/>
          <a:cs typeface="DFYanKaiW7-B5"/>
          <a:sym typeface="DFYanKaiW7-B5"/>
        </a:defRPr>
      </a:lvl3pPr>
      <a:lvl4pPr marL="0" marR="0" indent="0" algn="l" defTabSz="914400" latinLnBrk="0">
        <a:lnSpc>
          <a:spcPts val="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200" b="0" i="0" u="none" strike="noStrike" cap="none" spc="0" baseline="0">
          <a:solidFill>
            <a:srgbClr val="D48E5D"/>
          </a:solidFill>
          <a:uFillTx/>
          <a:latin typeface="DFYanKaiW7-B5"/>
          <a:ea typeface="DFYanKaiW7-B5"/>
          <a:cs typeface="DFYanKaiW7-B5"/>
          <a:sym typeface="DFYanKaiW7-B5"/>
        </a:defRPr>
      </a:lvl4pPr>
      <a:lvl5pPr marL="0" marR="0" indent="0" algn="l" defTabSz="914400" latinLnBrk="0">
        <a:lnSpc>
          <a:spcPts val="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200" b="0" i="0" u="none" strike="noStrike" cap="none" spc="0" baseline="0">
          <a:solidFill>
            <a:srgbClr val="D48E5D"/>
          </a:solidFill>
          <a:uFillTx/>
          <a:latin typeface="DFYanKaiW7-B5"/>
          <a:ea typeface="DFYanKaiW7-B5"/>
          <a:cs typeface="DFYanKaiW7-B5"/>
          <a:sym typeface="DFYanKaiW7-B5"/>
        </a:defRPr>
      </a:lvl5pPr>
      <a:lvl6pPr marL="0" marR="0" indent="0" algn="l" defTabSz="914400" latinLnBrk="0">
        <a:lnSpc>
          <a:spcPts val="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200" b="0" i="0" u="none" strike="noStrike" cap="none" spc="0" baseline="0">
          <a:solidFill>
            <a:srgbClr val="D48E5D"/>
          </a:solidFill>
          <a:uFillTx/>
          <a:latin typeface="DFYanKaiW7-B5"/>
          <a:ea typeface="DFYanKaiW7-B5"/>
          <a:cs typeface="DFYanKaiW7-B5"/>
          <a:sym typeface="DFYanKaiW7-B5"/>
        </a:defRPr>
      </a:lvl6pPr>
      <a:lvl7pPr marL="0" marR="0" indent="0" algn="l" defTabSz="914400" latinLnBrk="0">
        <a:lnSpc>
          <a:spcPts val="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200" b="0" i="0" u="none" strike="noStrike" cap="none" spc="0" baseline="0">
          <a:solidFill>
            <a:srgbClr val="D48E5D"/>
          </a:solidFill>
          <a:uFillTx/>
          <a:latin typeface="DFYanKaiW7-B5"/>
          <a:ea typeface="DFYanKaiW7-B5"/>
          <a:cs typeface="DFYanKaiW7-B5"/>
          <a:sym typeface="DFYanKaiW7-B5"/>
        </a:defRPr>
      </a:lvl7pPr>
      <a:lvl8pPr marL="0" marR="0" indent="0" algn="l" defTabSz="914400" latinLnBrk="0">
        <a:lnSpc>
          <a:spcPts val="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200" b="0" i="0" u="none" strike="noStrike" cap="none" spc="0" baseline="0">
          <a:solidFill>
            <a:srgbClr val="D48E5D"/>
          </a:solidFill>
          <a:uFillTx/>
          <a:latin typeface="DFYanKaiW7-B5"/>
          <a:ea typeface="DFYanKaiW7-B5"/>
          <a:cs typeface="DFYanKaiW7-B5"/>
          <a:sym typeface="DFYanKaiW7-B5"/>
        </a:defRPr>
      </a:lvl8pPr>
      <a:lvl9pPr marL="0" marR="0" indent="0" algn="l" defTabSz="914400" latinLnBrk="0">
        <a:lnSpc>
          <a:spcPts val="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200" b="0" i="0" u="none" strike="noStrike" cap="none" spc="0" baseline="0">
          <a:solidFill>
            <a:srgbClr val="D48E5D"/>
          </a:solidFill>
          <a:uFillTx/>
          <a:latin typeface="DFYanKaiW7-B5"/>
          <a:ea typeface="DFYanKaiW7-B5"/>
          <a:cs typeface="DFYanKaiW7-B5"/>
          <a:sym typeface="DFYanKaiW7-B5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solidFill>
            <a:srgbClr val="5E9184"/>
          </a:solidFill>
          <a:uFillTx/>
          <a:latin typeface="DFYanKaiW7-B5"/>
          <a:ea typeface="DFYanKaiW7-B5"/>
          <a:cs typeface="DFYanKaiW7-B5"/>
          <a:sym typeface="DFYanKaiW7-B5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Tx/>
        <a:buChar char="–"/>
        <a:tabLst/>
        <a:defRPr sz="3200" b="0" i="0" u="none" strike="noStrike" cap="none" spc="0" baseline="0">
          <a:solidFill>
            <a:srgbClr val="5E9184"/>
          </a:solidFill>
          <a:uFillTx/>
          <a:latin typeface="DFYanKaiW7-B5"/>
          <a:ea typeface="DFYanKaiW7-B5"/>
          <a:cs typeface="DFYanKaiW7-B5"/>
          <a:sym typeface="DFYanKaiW7-B5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Tx/>
        <a:buChar char="•"/>
        <a:tabLst/>
        <a:defRPr sz="3200" b="0" i="0" u="none" strike="noStrike" cap="none" spc="0" baseline="0">
          <a:solidFill>
            <a:srgbClr val="5E9184"/>
          </a:solidFill>
          <a:uFillTx/>
          <a:latin typeface="DFYanKaiW7-B5"/>
          <a:ea typeface="DFYanKaiW7-B5"/>
          <a:cs typeface="DFYanKaiW7-B5"/>
          <a:sym typeface="DFYanKaiW7-B5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Tx/>
        <a:buChar char="–"/>
        <a:tabLst/>
        <a:defRPr sz="3200" b="0" i="0" u="none" strike="noStrike" cap="none" spc="0" baseline="0">
          <a:solidFill>
            <a:srgbClr val="5E9184"/>
          </a:solidFill>
          <a:uFillTx/>
          <a:latin typeface="DFYanKaiW7-B5"/>
          <a:ea typeface="DFYanKaiW7-B5"/>
          <a:cs typeface="DFYanKaiW7-B5"/>
          <a:sym typeface="DFYanKaiW7-B5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Tx/>
        <a:buChar char="»"/>
        <a:tabLst/>
        <a:defRPr sz="3200" b="0" i="0" u="none" strike="noStrike" cap="none" spc="0" baseline="0">
          <a:solidFill>
            <a:srgbClr val="5E9184"/>
          </a:solidFill>
          <a:uFillTx/>
          <a:latin typeface="DFYanKaiW7-B5"/>
          <a:ea typeface="DFYanKaiW7-B5"/>
          <a:cs typeface="DFYanKaiW7-B5"/>
          <a:sym typeface="DFYanKaiW7-B5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Tx/>
        <a:buChar char="•"/>
        <a:tabLst/>
        <a:defRPr sz="3200" b="0" i="0" u="none" strike="noStrike" cap="none" spc="0" baseline="0">
          <a:solidFill>
            <a:srgbClr val="5E9184"/>
          </a:solidFill>
          <a:uFillTx/>
          <a:latin typeface="DFYanKaiW7-B5"/>
          <a:ea typeface="DFYanKaiW7-B5"/>
          <a:cs typeface="DFYanKaiW7-B5"/>
          <a:sym typeface="DFYanKaiW7-B5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Tx/>
        <a:buChar char="•"/>
        <a:tabLst/>
        <a:defRPr sz="3200" b="0" i="0" u="none" strike="noStrike" cap="none" spc="0" baseline="0">
          <a:solidFill>
            <a:srgbClr val="5E9184"/>
          </a:solidFill>
          <a:uFillTx/>
          <a:latin typeface="DFYanKaiW7-B5"/>
          <a:ea typeface="DFYanKaiW7-B5"/>
          <a:cs typeface="DFYanKaiW7-B5"/>
          <a:sym typeface="DFYanKaiW7-B5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Tx/>
        <a:buChar char="•"/>
        <a:tabLst/>
        <a:defRPr sz="3200" b="0" i="0" u="none" strike="noStrike" cap="none" spc="0" baseline="0">
          <a:solidFill>
            <a:srgbClr val="5E9184"/>
          </a:solidFill>
          <a:uFillTx/>
          <a:latin typeface="DFYanKaiW7-B5"/>
          <a:ea typeface="DFYanKaiW7-B5"/>
          <a:cs typeface="DFYanKaiW7-B5"/>
          <a:sym typeface="DFYanKaiW7-B5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Tx/>
        <a:buChar char="•"/>
        <a:tabLst/>
        <a:defRPr sz="3200" b="0" i="0" u="none" strike="noStrike" cap="none" spc="0" baseline="0">
          <a:solidFill>
            <a:srgbClr val="5E9184"/>
          </a:solidFill>
          <a:uFillTx/>
          <a:latin typeface="DFYanKaiW7-B5"/>
          <a:ea typeface="DFYanKaiW7-B5"/>
          <a:cs typeface="DFYanKaiW7-B5"/>
          <a:sym typeface="DFYanKaiW7-B5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78999BC-A0B1-E857-E172-FE7864A20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4117252857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95632-2C59-8A50-4A08-813D976E3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680697127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DDE293D-DB16-58E4-3D84-AB4AF7EA8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673235073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E86BF-B750-8630-F533-95C982505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764795823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753DF-62C7-CACF-2F1E-FE1ED7303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732BB9A-E3BA-9009-9696-7FDF6BB5D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611041695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6C9E4DD-5A2E-C2CE-77E8-C762C31A0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396122164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AE9A13A-319B-02A1-4E80-6A57D7C84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889653536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33EAA-6FB8-50EB-C96A-DA4E90779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96637467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EBDC0-6416-5F41-2D50-2C7C59733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en-TW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219623-27D9-0428-5747-5009C2BF6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818655786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84D6C-E408-D187-85AC-E92BC6BD1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A6037A-FAE9-551E-AF05-56D76A0E168C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EC1C30-2657-1097-D6C7-B6301D5E3FD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607243125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1_Office Theme">
  <a:themeElements>
    <a:clrScheme name="1_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1_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1_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1_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1_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1_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1125</TotalTime>
  <Words>0</Words>
  <Application>Microsoft Macintosh PowerPoint</Application>
  <PresentationFormat>Custom</PresentationFormat>
  <Paragraphs>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DFXingKaiW5-B5</vt:lpstr>
      <vt:lpstr>DFYanKaiW7-B5</vt:lpstr>
      <vt:lpstr>Calibri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cp:lastModifiedBy>B112045001</cp:lastModifiedBy>
  <cp:revision>32</cp:revision>
  <dcterms:modified xsi:type="dcterms:W3CDTF">2026-04-03T18:39:08Z</dcterms:modified>
</cp:coreProperties>
</file>