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8" r:id="rId1"/>
  </p:sldMasterIdLst>
  <p:notesMasterIdLst>
    <p:notesMasterId r:id="rId7"/>
  </p:notesMasterIdLst>
  <p:sldIdLst>
    <p:sldId id="256" r:id="rId2"/>
    <p:sldId id="274" r:id="rId3"/>
    <p:sldId id="280" r:id="rId4"/>
    <p:sldId id="281" r:id="rId5"/>
    <p:sldId id="282" r:id="rId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DCDE"/>
    <a:srgbClr val="A0A6A3"/>
    <a:srgbClr val="A49D8D"/>
    <a:srgbClr val="5C8E9C"/>
    <a:srgbClr val="CAA239"/>
    <a:srgbClr val="ADC8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59"/>
    <p:restoredTop sz="94521"/>
  </p:normalViewPr>
  <p:slideViewPr>
    <p:cSldViewPr snapToGrid="0">
      <p:cViewPr varScale="1">
        <p:scale>
          <a:sx n="66" d="100"/>
          <a:sy n="66" d="100"/>
        </p:scale>
        <p:origin x="24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tif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禮拜前禱告預備(Wed 20:00)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4"/>
          <p:cNvSpPr txBox="1"/>
          <p:nvPr/>
        </p:nvSpPr>
        <p:spPr>
          <a:xfrm>
            <a:off x="666750" y="1670524"/>
            <a:ext cx="16954500" cy="4875181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rgbClr val="FFFFFF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>
                <a:effectLst/>
              </a:rPr>
              <a:t>禮拜開始前30分鐘</a:t>
            </a:r>
          </a:p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 err="1">
                <a:effectLst/>
              </a:rPr>
              <a:t>要為了能好好地獻上禮拜並融入話語禱告</a:t>
            </a:r>
            <a:r>
              <a:rPr b="1" dirty="0">
                <a:effectLst/>
              </a:rPr>
              <a:t>！</a:t>
            </a:r>
          </a:p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 err="1">
                <a:effectLst/>
              </a:rPr>
              <a:t>為了能好好地聆聽話語</a:t>
            </a:r>
            <a:r>
              <a:rPr b="1" dirty="0">
                <a:effectLst/>
              </a:rPr>
              <a:t>、</a:t>
            </a:r>
            <a:endParaRPr lang="en-US" b="1" dirty="0">
              <a:effectLst/>
            </a:endParaRPr>
          </a:p>
          <a:p>
            <a:pPr algn="ctr">
              <a:lnSpc>
                <a:spcPct val="120000"/>
              </a:lnSpc>
              <a:defRPr sz="6600">
                <a:solidFill>
                  <a:srgbClr val="BC8B47"/>
                </a:solidFill>
                <a:latin typeface="DFPYanKaiW5-B5"/>
                <a:ea typeface="DFPYanKaiW5-B5"/>
                <a:cs typeface="DFPYanKaiW5-B5"/>
                <a:sym typeface="DFPYanKaiW5-B5"/>
              </a:defRPr>
            </a:pPr>
            <a:r>
              <a:rPr b="1" dirty="0" err="1">
                <a:effectLst/>
              </a:rPr>
              <a:t>不要打瞌睡等各方面懇切的禱告</a:t>
            </a:r>
            <a:r>
              <a:rPr b="1" dirty="0">
                <a:effectLst/>
              </a:rPr>
              <a:t>！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5243128" y="8449682"/>
            <a:ext cx="7801744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lnSpc>
                <a:spcPts val="3600"/>
              </a:lnSpc>
              <a:defRPr sz="4800">
                <a:solidFill>
                  <a:srgbClr val="5E9184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dirty="0"/>
              <a:t>2</a:t>
            </a:r>
            <a:r>
              <a:rPr dirty="0"/>
              <a:t>0:00 </a:t>
            </a:r>
            <a:r>
              <a:rPr lang="zh-TW" altLang="en-US" dirty="0"/>
              <a:t>週三</a:t>
            </a:r>
            <a:r>
              <a:rPr dirty="0" err="1"/>
              <a:t>禮拜開始</a:t>
            </a:r>
            <a:endParaRPr dirty="0"/>
          </a:p>
        </p:txBody>
      </p:sp>
      <p:sp>
        <p:nvSpPr>
          <p:cNvPr id="15" name="- 2018年6月主日禮拜摘錄 -"/>
          <p:cNvSpPr txBox="1"/>
          <p:nvPr/>
        </p:nvSpPr>
        <p:spPr>
          <a:xfrm>
            <a:off x="5159141" y="7001787"/>
            <a:ext cx="7632701" cy="609601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chemeClr val="accent5">
                <a:satOff val="-6843"/>
                <a:lumOff val="-10705"/>
                <a:alpha val="50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4800">
                <a:solidFill>
                  <a:srgbClr val="FFFFFF"/>
                </a:solidFill>
                <a:latin typeface="DFYanKaiW7-B5"/>
                <a:ea typeface="DFYanKaiW7-B5"/>
                <a:cs typeface="DFYanKaiW7-B5"/>
                <a:sym typeface="DFYanKaiW7-B5"/>
              </a:defRPr>
            </a:lvl1pPr>
          </a:lstStyle>
          <a:p>
            <a:r>
              <a:rPr dirty="0"/>
              <a:t>- 2018年6月主日禮拜摘錄 -</a:t>
            </a:r>
          </a:p>
        </p:txBody>
      </p:sp>
      <p:pic>
        <p:nvPicPr>
          <p:cNvPr id="16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87" y="363347"/>
            <a:ext cx="4177556" cy="1170381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rgbClr val="FFFFFF">
                <a:alpha val="50000"/>
              </a:srgbClr>
            </a:outerShdw>
          </a:effectLst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週三禮拜＋日期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4"/>
          <p:cNvSpPr txBox="1"/>
          <p:nvPr/>
        </p:nvSpPr>
        <p:spPr>
          <a:xfrm>
            <a:off x="666750" y="2971800"/>
            <a:ext cx="16954500" cy="3077766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0000">
                <a:blipFill rotWithShape="1">
                  <a:blip r:embed="rId3"/>
                  <a:srcRect/>
                  <a:tile tx="0" ty="0" sx="100000" sy="100000" flip="none" algn="tl"/>
                </a:blipFill>
                <a:latin typeface="DFYanKaiW7-B5"/>
                <a:ea typeface="DFYanKaiW7-B5"/>
                <a:cs typeface="DFYanKaiW7-B5"/>
                <a:sym typeface="DFYanKaiW7-B5"/>
              </a:defRPr>
            </a:lvl1pPr>
          </a:lstStyle>
          <a:p>
            <a:r>
              <a:rPr lang="zh-TW" altLang="en-US" dirty="0"/>
              <a:t>週三</a:t>
            </a:r>
            <a:r>
              <a:rPr dirty="0" err="1"/>
              <a:t>禮拜</a:t>
            </a:r>
            <a:endParaRPr dirty="0"/>
          </a:p>
        </p:txBody>
      </p:sp>
      <p:sp>
        <p:nvSpPr>
          <p:cNvPr id="25" name="TextBox 4"/>
          <p:cNvSpPr txBox="1"/>
          <p:nvPr/>
        </p:nvSpPr>
        <p:spPr>
          <a:xfrm>
            <a:off x="704850" y="1893734"/>
            <a:ext cx="16954500" cy="838201"/>
          </a:xfrm>
          <a:prstGeom prst="rect">
            <a:avLst/>
          </a:prstGeom>
          <a:ln w="12700">
            <a:miter lim="400000"/>
          </a:ln>
          <a:effectLst>
            <a:outerShdw blurRad="190500" dist="12700" dir="5400000" rotWithShape="0">
              <a:srgbClr val="AE9D00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600">
                <a:solidFill>
                  <a:srgbClr val="FFFFFF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t>奔跑之年</a:t>
            </a:r>
          </a:p>
        </p:txBody>
      </p:sp>
      <p:sp>
        <p:nvSpPr>
          <p:cNvPr id="26" name="TextBox 4"/>
          <p:cNvSpPr txBox="1"/>
          <p:nvPr/>
        </p:nvSpPr>
        <p:spPr>
          <a:xfrm>
            <a:off x="666750" y="6183512"/>
            <a:ext cx="16954500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7500">
                <a:solidFill>
                  <a:srgbClr val="B7BA7E"/>
                </a:solidFill>
                <a:latin typeface="Snell Roundhand"/>
                <a:ea typeface="Snell Roundhand"/>
                <a:cs typeface="Snell Roundhand"/>
                <a:sym typeface="Snell Roundhand"/>
              </a:defRPr>
            </a:lvl1pPr>
          </a:lstStyle>
          <a:p>
            <a:r>
              <a:rPr lang="en-US" altLang="zh-TW" b="1" dirty="0"/>
              <a:t>Wednesday</a:t>
            </a:r>
            <a:r>
              <a:rPr b="1" dirty="0"/>
              <a:t> Service</a:t>
            </a:r>
          </a:p>
        </p:txBody>
      </p:sp>
      <p:sp>
        <p:nvSpPr>
          <p:cNvPr id="27" name="2026年XX月XX日"/>
          <p:cNvSpPr txBox="1">
            <a:spLocks noGrp="1"/>
          </p:cNvSpPr>
          <p:nvPr>
            <p:ph type="title" hasCustomPrompt="1"/>
          </p:nvPr>
        </p:nvSpPr>
        <p:spPr>
          <a:xfrm>
            <a:off x="5029200" y="8165551"/>
            <a:ext cx="8229601" cy="1143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3600"/>
              </a:lnSpc>
              <a:defRPr sz="6000">
                <a:solidFill>
                  <a:srgbClr val="5C8E9C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t>2026年XX月XX日</a:t>
            </a:r>
          </a:p>
        </p:txBody>
      </p:sp>
      <p:pic>
        <p:nvPicPr>
          <p:cNvPr id="28" name="影像" descr="影像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36779" y="5867158"/>
            <a:ext cx="4724759" cy="36989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箴言交讀_首頁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7"/>
          <p:cNvSpPr txBox="1"/>
          <p:nvPr/>
        </p:nvSpPr>
        <p:spPr>
          <a:xfrm>
            <a:off x="4288340" y="3009900"/>
            <a:ext cx="9711320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0">
                <a:solidFill>
                  <a:srgbClr val="D48E5D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箴言交讀文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37" name="TextBox 9"/>
          <p:cNvSpPr txBox="1"/>
          <p:nvPr/>
        </p:nvSpPr>
        <p:spPr>
          <a:xfrm>
            <a:off x="2109740" y="6217256"/>
            <a:ext cx="14068520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600">
                <a:solidFill>
                  <a:srgbClr val="5E9184"/>
                </a:solidFill>
                <a:latin typeface="DFYanKaiW7-B5"/>
                <a:ea typeface="DFYanKaiW7-B5"/>
                <a:cs typeface="DFYanKaiW7-B5"/>
                <a:sym typeface="DFYanKaiW7-B5"/>
              </a:defRPr>
            </a:lvl1pPr>
          </a:lstStyle>
          <a:p>
            <a:r>
              <a:rPr dirty="0" err="1">
                <a:effectLst/>
              </a:rPr>
              <a:t>信仰告白</a:t>
            </a:r>
            <a:endParaRPr dirty="0">
              <a:effectLst/>
            </a:endParaRPr>
          </a:p>
        </p:txBody>
      </p:sp>
      <p:pic>
        <p:nvPicPr>
          <p:cNvPr id="38" name="影像" descr="影像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0950" y="6010004"/>
            <a:ext cx="2857566" cy="1499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影像" descr="影像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34152" y="6010004"/>
            <a:ext cx="2857565" cy="14998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8281590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司會奉讀箴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"/>
          <p:cNvSpPr txBox="1"/>
          <p:nvPr/>
        </p:nvSpPr>
        <p:spPr>
          <a:xfrm>
            <a:off x="4288342" y="622598"/>
            <a:ext cx="9711319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sz="8800">
                <a:solidFill>
                  <a:srgbClr val="CAA939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司會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48" name="司會奉讀箴言（阿們！）"/>
          <p:cNvSpPr txBox="1">
            <a:spLocks noGrp="1"/>
          </p:cNvSpPr>
          <p:nvPr>
            <p:ph type="title" hasCustomPrompt="1"/>
          </p:nvPr>
        </p:nvSpPr>
        <p:spPr>
          <a:xfrm>
            <a:off x="1447800" y="2122444"/>
            <a:ext cx="15392400" cy="697045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司會奉讀箴言（阿們</a:t>
            </a:r>
            <a:r>
              <a:rPr dirty="0"/>
              <a:t>！）</a:t>
            </a:r>
          </a:p>
        </p:txBody>
      </p:sp>
      <p:pic>
        <p:nvPicPr>
          <p:cNvPr id="49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85" y="491999"/>
            <a:ext cx="2857565" cy="1499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3" y="491999"/>
            <a:ext cx="2857566" cy="1499846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168817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會眾奉讀箴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 txBox="1"/>
          <p:nvPr/>
        </p:nvSpPr>
        <p:spPr>
          <a:xfrm>
            <a:off x="4288342" y="622598"/>
            <a:ext cx="9711319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sz="8800">
                <a:solidFill>
                  <a:srgbClr val="85BB97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會眾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59" name="會眾奉讀箴言（阿們！）"/>
          <p:cNvSpPr txBox="1">
            <a:spLocks noGrp="1"/>
          </p:cNvSpPr>
          <p:nvPr>
            <p:ph type="title" hasCustomPrompt="1"/>
          </p:nvPr>
        </p:nvSpPr>
        <p:spPr>
          <a:xfrm>
            <a:off x="1447800" y="2122444"/>
            <a:ext cx="15392400" cy="697045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>
                <a:solidFill>
                  <a:srgbClr val="5E9184"/>
                </a:solidFill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會眾奉讀箴言（阿們</a:t>
            </a:r>
            <a:r>
              <a:rPr dirty="0"/>
              <a:t>！）</a:t>
            </a:r>
          </a:p>
        </p:txBody>
      </p:sp>
      <p:pic>
        <p:nvPicPr>
          <p:cNvPr id="60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85" y="491999"/>
            <a:ext cx="2857565" cy="1499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3" y="491999"/>
            <a:ext cx="2857566" cy="1499846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9140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全體奉讀箴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3"/>
          <p:cNvSpPr txBox="1"/>
          <p:nvPr/>
        </p:nvSpPr>
        <p:spPr>
          <a:xfrm>
            <a:off x="4288342" y="622598"/>
            <a:ext cx="9711319" cy="1282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0"/>
              </a:lnSpc>
              <a:defRPr sz="8800">
                <a:solidFill>
                  <a:srgbClr val="948A54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全體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70" name="全體奉讀箴言（阿們！）"/>
          <p:cNvSpPr txBox="1">
            <a:spLocks noGrp="1"/>
          </p:cNvSpPr>
          <p:nvPr>
            <p:ph type="title" hasCustomPrompt="1"/>
          </p:nvPr>
        </p:nvSpPr>
        <p:spPr>
          <a:xfrm>
            <a:off x="1447800" y="2122444"/>
            <a:ext cx="15392400" cy="697045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>
                <a:solidFill>
                  <a:srgbClr val="535353"/>
                </a:solidFill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全體奉讀箴言（阿們</a:t>
            </a:r>
            <a:r>
              <a:rPr dirty="0"/>
              <a:t>！）</a:t>
            </a:r>
          </a:p>
        </p:txBody>
      </p:sp>
      <p:pic>
        <p:nvPicPr>
          <p:cNvPr id="71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85" y="491999"/>
            <a:ext cx="2857565" cy="1499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083" y="491999"/>
            <a:ext cx="2857566" cy="149984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822444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聖經奉讀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"/>
          <p:cNvSpPr txBox="1"/>
          <p:nvPr/>
        </p:nvSpPr>
        <p:spPr>
          <a:xfrm>
            <a:off x="4288340" y="3009900"/>
            <a:ext cx="9711320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0">
                <a:solidFill>
                  <a:srgbClr val="D48E5D"/>
                </a:solidFill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 err="1">
                <a:effectLst>
                  <a:outerShdw blurRad="50800" dist="50800" dir="5400000" algn="ctr" rotWithShape="0">
                    <a:schemeClr val="bg1"/>
                  </a:outerShdw>
                </a:effectLst>
              </a:rPr>
              <a:t>聖經奉讀</a:t>
            </a:r>
            <a:endParaRPr dirty="0"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  <p:sp>
        <p:nvSpPr>
          <p:cNvPr id="81" name="聖經章節"/>
          <p:cNvSpPr txBox="1">
            <a:spLocks noGrp="1"/>
          </p:cNvSpPr>
          <p:nvPr>
            <p:ph type="title" hasCustomPrompt="1"/>
          </p:nvPr>
        </p:nvSpPr>
        <p:spPr>
          <a:xfrm>
            <a:off x="2109742" y="5236431"/>
            <a:ext cx="14068515" cy="304699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600">
                <a:solidFill>
                  <a:srgbClr val="5E9184"/>
                </a:solidFill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聖經章節</a:t>
            </a:r>
            <a:endParaRPr dirty="0"/>
          </a:p>
        </p:txBody>
      </p:sp>
      <p:pic>
        <p:nvPicPr>
          <p:cNvPr id="82" name="影像" descr="影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286" y="6010004"/>
            <a:ext cx="2857566" cy="1499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影像" descr="影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4008" y="6010004"/>
            <a:ext cx="2857566" cy="14998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8123243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經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書卷X章X節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6800">
            <a:noAutofit/>
          </a:bodyPr>
          <a:lstStyle>
            <a:lvl1pPr>
              <a:defRPr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</a:lstStyle>
          <a:p>
            <a:r>
              <a:rPr dirty="0" err="1"/>
              <a:t>書卷X章X節</a:t>
            </a:r>
            <a:endParaRPr dirty="0"/>
          </a:p>
        </p:txBody>
      </p:sp>
      <p:sp>
        <p:nvSpPr>
          <p:cNvPr id="92" name="經文"/>
          <p:cNvSpPr txBox="1">
            <a:spLocks noGrp="1"/>
          </p:cNvSpPr>
          <p:nvPr>
            <p:ph type="body" idx="1" hasCustomPrompt="1"/>
          </p:nvPr>
        </p:nvSpPr>
        <p:spPr>
          <a:xfrm>
            <a:off x="647700" y="2324100"/>
            <a:ext cx="17640300" cy="731519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1pPr>
            <a:lvl2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2pPr>
            <a:lvl3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3pPr>
            <a:lvl4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4pPr>
            <a:lvl5pPr>
              <a:defRPr sz="7200">
                <a:effectLst>
                  <a:outerShdw blurRad="50800" dist="50800" dir="2700000" algn="tl" rotWithShape="0">
                    <a:schemeClr val="bg1">
                      <a:alpha val="80000"/>
                    </a:schemeClr>
                  </a:outerShdw>
                </a:effectLst>
              </a:defRPr>
            </a:lvl5pPr>
          </a:lstStyle>
          <a:p>
            <a:r>
              <a:rPr dirty="0" err="1"/>
              <a:t>經文經文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34820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主題頁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主題"/>
          <p:cNvSpPr txBox="1">
            <a:spLocks noGrp="1"/>
          </p:cNvSpPr>
          <p:nvPr>
            <p:ph type="title" hasCustomPrompt="1"/>
          </p:nvPr>
        </p:nvSpPr>
        <p:spPr>
          <a:xfrm>
            <a:off x="187255" y="2286000"/>
            <a:ext cx="17906534" cy="28379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11500">
                <a:solidFill>
                  <a:srgbClr val="CAA239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</a:defRPr>
            </a:lvl1pPr>
          </a:lstStyle>
          <a:p>
            <a:r>
              <a:rPr dirty="0" err="1"/>
              <a:t>主題</a:t>
            </a:r>
            <a:endParaRPr dirty="0"/>
          </a:p>
        </p:txBody>
      </p:sp>
      <p:sp>
        <p:nvSpPr>
          <p:cNvPr id="101" name="聖經章節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3768" y="6456362"/>
            <a:ext cx="12200465" cy="13541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000">
                <a:solidFill>
                  <a:srgbClr val="C5A081"/>
                </a:solidFill>
              </a:defRPr>
            </a:lvl1pPr>
            <a:lvl2pPr marL="457200" indent="0" algn="ctr">
              <a:buNone/>
              <a:defRPr>
                <a:solidFill>
                  <a:srgbClr val="C5A081"/>
                </a:solidFill>
              </a:defRPr>
            </a:lvl2pPr>
            <a:lvl3pPr marL="914400" indent="0" algn="ctr">
              <a:buNone/>
              <a:defRPr>
                <a:solidFill>
                  <a:srgbClr val="C5A081"/>
                </a:solidFill>
              </a:defRPr>
            </a:lvl3pPr>
            <a:lvl4pPr marL="1371600" indent="0" algn="ctr">
              <a:buNone/>
              <a:defRPr>
                <a:solidFill>
                  <a:srgbClr val="C5A081"/>
                </a:solidFill>
              </a:defRPr>
            </a:lvl4pPr>
            <a:lvl5pPr marL="1828800" indent="0" algn="ctr">
              <a:buNone/>
              <a:defRPr>
                <a:solidFill>
                  <a:srgbClr val="C5A081"/>
                </a:solidFill>
              </a:defRPr>
            </a:lvl5pPr>
          </a:lstStyle>
          <a:p>
            <a:r>
              <a:rPr dirty="0" err="1"/>
              <a:t>聖經章節</a:t>
            </a:r>
            <a:endParaRPr dirty="0"/>
          </a:p>
        </p:txBody>
      </p:sp>
      <p:sp>
        <p:nvSpPr>
          <p:cNvPr id="102" name="日期"/>
          <p:cNvSpPr>
            <a:spLocks noGrp="1"/>
          </p:cNvSpPr>
          <p:nvPr>
            <p:ph type="body" sz="quarter" idx="21" hasCustomPrompt="1"/>
          </p:nvPr>
        </p:nvSpPr>
        <p:spPr>
          <a:xfrm>
            <a:off x="3905248" y="8039099"/>
            <a:ext cx="10515604" cy="91863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>
                <a:latin typeface="DFXingKaiW5-B5"/>
                <a:ea typeface="DFXingKaiW5-B5"/>
                <a:cs typeface="DFXingKaiW5-B5"/>
                <a:sym typeface="DFXingKaiW5-B5"/>
              </a:defRPr>
            </a:lvl1pPr>
          </a:lstStyle>
          <a:p>
            <a:r>
              <a:rPr dirty="0"/>
              <a:t>2024年XX月XX日 </a:t>
            </a:r>
            <a:r>
              <a:rPr dirty="0" err="1"/>
              <a:t>主日禮拜</a:t>
            </a:r>
            <a:endParaRPr dirty="0"/>
          </a:p>
        </p:txBody>
      </p:sp>
      <p:pic>
        <p:nvPicPr>
          <p:cNvPr id="103" name="影像" descr="影像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2716" y="6641334"/>
            <a:ext cx="3841073" cy="30106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影像" descr="影像">
            <a:extLst>
              <a:ext uri="{FF2B5EF4-FFF2-40B4-BE49-F238E27FC236}">
                <a16:creationId xmlns:a16="http://schemas.microsoft.com/office/drawing/2014/main" id="{CD59530D-6617-793A-1243-36582361F0E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7255" y="183377"/>
            <a:ext cx="2749019" cy="770163"/>
          </a:xfrm>
          <a:prstGeom prst="rect">
            <a:avLst/>
          </a:prstGeom>
          <a:ln w="12700">
            <a:miter lim="400000"/>
          </a:ln>
          <a:effectLst>
            <a:outerShdw blurRad="50800" dist="63500" dir="2700000" rotWithShape="0">
              <a:srgbClr val="FFFFFF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44562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/>
          <p:nvPr/>
        </p:nvSpPr>
        <p:spPr>
          <a:xfrm>
            <a:off x="647300" y="2095500"/>
            <a:ext cx="11376004" cy="0"/>
          </a:xfrm>
          <a:prstGeom prst="line">
            <a:avLst/>
          </a:prstGeom>
          <a:ln w="38100" cap="rnd">
            <a:solidFill>
              <a:srgbClr val="FFFFFF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" name="書卷X章X節"/>
          <p:cNvSpPr txBox="1">
            <a:spLocks noGrp="1"/>
          </p:cNvSpPr>
          <p:nvPr>
            <p:ph type="title" hasCustomPrompt="1"/>
          </p:nvPr>
        </p:nvSpPr>
        <p:spPr>
          <a:xfrm>
            <a:off x="666751" y="647701"/>
            <a:ext cx="14116052" cy="118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書卷X章X節</a:t>
            </a:r>
          </a:p>
        </p:txBody>
      </p:sp>
      <p:sp>
        <p:nvSpPr>
          <p:cNvPr id="4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647700" y="2324100"/>
            <a:ext cx="15278100" cy="731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經文經文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" name="影像" descr="影像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5218" y="1345576"/>
            <a:ext cx="2857565" cy="149984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847778" y="9410373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170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ransition spd="med"/>
  <p:txStyles>
    <p:titleStyle>
      <a:lvl1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1pPr>
      <a:lvl2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2pPr>
      <a:lvl3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3pPr>
      <a:lvl4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4pPr>
      <a:lvl5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5pPr>
      <a:lvl6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6pPr>
      <a:lvl7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7pPr>
      <a:lvl8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8pPr>
      <a:lvl9pPr marL="0" marR="0" indent="0" algn="l" defTabSz="914400" latinLnBrk="0">
        <a:lnSpc>
          <a:spcPts val="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D48E5D"/>
          </a:solidFill>
          <a:uFillTx/>
          <a:latin typeface="DFYanKaiW7-B5"/>
          <a:ea typeface="DFYanKaiW7-B5"/>
          <a:cs typeface="DFYanKaiW7-B5"/>
          <a:sym typeface="DFYanKaiW7-B5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5E9184"/>
          </a:solidFill>
          <a:uFillTx/>
          <a:latin typeface="DFYanKaiW7-B5"/>
          <a:ea typeface="DFYanKaiW7-B5"/>
          <a:cs typeface="DFYanKaiW7-B5"/>
          <a:sym typeface="DFYanKaiW7-B5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07FC-5F57-0E0C-3984-B44B82C7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381149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3EAA-6FB8-50EB-C96A-DA4E90779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966374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599D66-3296-D155-40EE-3FC83863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32664-8DF3-7D58-A0F5-F313103F8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995766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1C5342-81F6-A26F-7DE1-7446A3C1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3F6E6E-AAAB-2D60-85FC-23C1DFA1971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E8607D-AA88-F3C1-74D0-50B323048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0724312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0</Words>
  <Application>Microsoft Macintosh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DFXingKaiW5-B5</vt:lpstr>
      <vt:lpstr>DFYanKaiW7-B5</vt:lpstr>
      <vt:lpstr>Calibri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B112045001</cp:lastModifiedBy>
  <cp:revision>29</cp:revision>
  <dcterms:modified xsi:type="dcterms:W3CDTF">2026-09-13T19:55:35Z</dcterms:modified>
</cp:coreProperties>
</file>